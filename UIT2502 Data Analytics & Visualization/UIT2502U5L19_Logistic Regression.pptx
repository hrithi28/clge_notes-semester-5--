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433" r:id="rId5"/>
    <p:sldId id="424" r:id="rId6"/>
    <p:sldId id="435" r:id="rId7"/>
    <p:sldId id="436" r:id="rId8"/>
    <p:sldId id="437" r:id="rId9"/>
    <p:sldId id="438" r:id="rId10"/>
    <p:sldId id="439" r:id="rId11"/>
    <p:sldId id="440" r:id="rId12"/>
    <p:sldId id="441" r:id="rId13"/>
    <p:sldId id="427" r:id="rId14"/>
    <p:sldId id="426" r:id="rId15"/>
    <p:sldId id="425" r:id="rId16"/>
    <p:sldId id="434" r:id="rId17"/>
    <p:sldId id="387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3162" autoAdjust="0"/>
  </p:normalViewPr>
  <p:slideViewPr>
    <p:cSldViewPr snapToGrid="0">
      <p:cViewPr>
        <p:scale>
          <a:sx n="75" d="100"/>
          <a:sy n="75" d="100"/>
        </p:scale>
        <p:origin x="898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a S" userId="b5c33743-44d5-468d-b941-eaecd76575be" providerId="ADAL" clId="{714B3C9A-9C72-47A0-ACA6-AD5D244B3EA0}"/>
    <pc:docChg chg="custSel addSld delSld modSld">
      <pc:chgData name="Karthika S" userId="b5c33743-44d5-468d-b941-eaecd76575be" providerId="ADAL" clId="{714B3C9A-9C72-47A0-ACA6-AD5D244B3EA0}" dt="2025-09-12T15:34:45.094" v="85"/>
      <pc:docMkLst>
        <pc:docMk/>
      </pc:docMkLst>
      <pc:sldChg chg="addSp delSp modSp add mod">
        <pc:chgData name="Karthika S" userId="b5c33743-44d5-468d-b941-eaecd76575be" providerId="ADAL" clId="{714B3C9A-9C72-47A0-ACA6-AD5D244B3EA0}" dt="2025-09-12T15:24:47.667" v="10" actId="1076"/>
        <pc:sldMkLst>
          <pc:docMk/>
          <pc:sldMk cId="3496015262" sldId="435"/>
        </pc:sldMkLst>
        <pc:spChg chg="del">
          <ac:chgData name="Karthika S" userId="b5c33743-44d5-468d-b941-eaecd76575be" providerId="ADAL" clId="{714B3C9A-9C72-47A0-ACA6-AD5D244B3EA0}" dt="2025-09-12T15:23:33.446" v="1" actId="478"/>
          <ac:spMkLst>
            <pc:docMk/>
            <pc:sldMk cId="3496015262" sldId="435"/>
            <ac:spMk id="3" creationId="{840D73BC-F465-63DE-9401-041618B07C4A}"/>
          </ac:spMkLst>
        </pc:spChg>
        <pc:spChg chg="add del mod">
          <ac:chgData name="Karthika S" userId="b5c33743-44d5-468d-b941-eaecd76575be" providerId="ADAL" clId="{714B3C9A-9C72-47A0-ACA6-AD5D244B3EA0}" dt="2025-09-12T15:23:36.083" v="2" actId="478"/>
          <ac:spMkLst>
            <pc:docMk/>
            <pc:sldMk cId="3496015262" sldId="435"/>
            <ac:spMk id="4" creationId="{4BD8294A-2A6C-4EEF-3A58-D69FEEF6C8AB}"/>
          </ac:spMkLst>
        </pc:spChg>
        <pc:picChg chg="add mod">
          <ac:chgData name="Karthika S" userId="b5c33743-44d5-468d-b941-eaecd76575be" providerId="ADAL" clId="{714B3C9A-9C72-47A0-ACA6-AD5D244B3EA0}" dt="2025-09-12T15:24:16.739" v="7" actId="1076"/>
          <ac:picMkLst>
            <pc:docMk/>
            <pc:sldMk cId="3496015262" sldId="435"/>
            <ac:picMk id="6" creationId="{B8D2F332-AF0E-D1DF-9940-C292C3DC9084}"/>
          </ac:picMkLst>
        </pc:picChg>
        <pc:picChg chg="add mod">
          <ac:chgData name="Karthika S" userId="b5c33743-44d5-468d-b941-eaecd76575be" providerId="ADAL" clId="{714B3C9A-9C72-47A0-ACA6-AD5D244B3EA0}" dt="2025-09-12T15:24:47.667" v="10" actId="1076"/>
          <ac:picMkLst>
            <pc:docMk/>
            <pc:sldMk cId="3496015262" sldId="435"/>
            <ac:picMk id="8" creationId="{246001D1-864C-CDD1-1D24-7D5B62D9B669}"/>
          </ac:picMkLst>
        </pc:picChg>
      </pc:sldChg>
      <pc:sldChg chg="add del">
        <pc:chgData name="Karthika S" userId="b5c33743-44d5-468d-b941-eaecd76575be" providerId="ADAL" clId="{714B3C9A-9C72-47A0-ACA6-AD5D244B3EA0}" dt="2025-09-12T15:23:38.285" v="4"/>
        <pc:sldMkLst>
          <pc:docMk/>
          <pc:sldMk cId="1060873687" sldId="436"/>
        </pc:sldMkLst>
      </pc:sldChg>
      <pc:sldChg chg="addSp delSp modSp new mod">
        <pc:chgData name="Karthika S" userId="b5c33743-44d5-468d-b941-eaecd76575be" providerId="ADAL" clId="{714B3C9A-9C72-47A0-ACA6-AD5D244B3EA0}" dt="2025-09-12T15:27:49.716" v="38" actId="14100"/>
        <pc:sldMkLst>
          <pc:docMk/>
          <pc:sldMk cId="2328347379" sldId="436"/>
        </pc:sldMkLst>
        <pc:spChg chg="mod">
          <ac:chgData name="Karthika S" userId="b5c33743-44d5-468d-b941-eaecd76575be" providerId="ADAL" clId="{714B3C9A-9C72-47A0-ACA6-AD5D244B3EA0}" dt="2025-09-12T15:24:56.293" v="12"/>
          <ac:spMkLst>
            <pc:docMk/>
            <pc:sldMk cId="2328347379" sldId="436"/>
            <ac:spMk id="2" creationId="{4D81439F-E1BE-C350-AB87-E5FB2984D277}"/>
          </ac:spMkLst>
        </pc:spChg>
        <pc:spChg chg="del">
          <ac:chgData name="Karthika S" userId="b5c33743-44d5-468d-b941-eaecd76575be" providerId="ADAL" clId="{714B3C9A-9C72-47A0-ACA6-AD5D244B3EA0}" dt="2025-09-12T15:24:58.349" v="13" actId="478"/>
          <ac:spMkLst>
            <pc:docMk/>
            <pc:sldMk cId="2328347379" sldId="436"/>
            <ac:spMk id="3" creationId="{D67C7033-39A3-2C94-D734-FDB268A52C87}"/>
          </ac:spMkLst>
        </pc:spChg>
        <pc:picChg chg="add mod">
          <ac:chgData name="Karthika S" userId="b5c33743-44d5-468d-b941-eaecd76575be" providerId="ADAL" clId="{714B3C9A-9C72-47A0-ACA6-AD5D244B3EA0}" dt="2025-09-12T15:27:49.716" v="38" actId="14100"/>
          <ac:picMkLst>
            <pc:docMk/>
            <pc:sldMk cId="2328347379" sldId="436"/>
            <ac:picMk id="5" creationId="{7903C4E8-F96F-A130-44B7-33AC19D2FD3D}"/>
          </ac:picMkLst>
        </pc:picChg>
        <pc:picChg chg="add del mod">
          <ac:chgData name="Karthika S" userId="b5c33743-44d5-468d-b941-eaecd76575be" providerId="ADAL" clId="{714B3C9A-9C72-47A0-ACA6-AD5D244B3EA0}" dt="2025-09-12T15:26:44.207" v="29" actId="478"/>
          <ac:picMkLst>
            <pc:docMk/>
            <pc:sldMk cId="2328347379" sldId="436"/>
            <ac:picMk id="7" creationId="{6D5FCEAF-12D1-0840-5571-1D543C22E6D5}"/>
          </ac:picMkLst>
        </pc:picChg>
        <pc:picChg chg="add del">
          <ac:chgData name="Karthika S" userId="b5c33743-44d5-468d-b941-eaecd76575be" providerId="ADAL" clId="{714B3C9A-9C72-47A0-ACA6-AD5D244B3EA0}" dt="2025-09-12T15:27:25.075" v="31" actId="478"/>
          <ac:picMkLst>
            <pc:docMk/>
            <pc:sldMk cId="2328347379" sldId="436"/>
            <ac:picMk id="9" creationId="{72DEDDE1-4DEB-05DD-10FF-0A6C3C169CB9}"/>
          </ac:picMkLst>
        </pc:picChg>
        <pc:picChg chg="add mod">
          <ac:chgData name="Karthika S" userId="b5c33743-44d5-468d-b941-eaecd76575be" providerId="ADAL" clId="{714B3C9A-9C72-47A0-ACA6-AD5D244B3EA0}" dt="2025-09-12T15:27:38.320" v="36" actId="1076"/>
          <ac:picMkLst>
            <pc:docMk/>
            <pc:sldMk cId="2328347379" sldId="436"/>
            <ac:picMk id="11" creationId="{EE29BE0E-463A-7294-CFEF-FB2AEFD131CA}"/>
          </ac:picMkLst>
        </pc:picChg>
      </pc:sldChg>
      <pc:sldChg chg="addSp delSp modSp new mod">
        <pc:chgData name="Karthika S" userId="b5c33743-44d5-468d-b941-eaecd76575be" providerId="ADAL" clId="{714B3C9A-9C72-47A0-ACA6-AD5D244B3EA0}" dt="2025-09-12T15:28:53.649" v="45"/>
        <pc:sldMkLst>
          <pc:docMk/>
          <pc:sldMk cId="219638543" sldId="437"/>
        </pc:sldMkLst>
        <pc:spChg chg="mod">
          <ac:chgData name="Karthika S" userId="b5c33743-44d5-468d-b941-eaecd76575be" providerId="ADAL" clId="{714B3C9A-9C72-47A0-ACA6-AD5D244B3EA0}" dt="2025-09-12T15:28:53.649" v="45"/>
          <ac:spMkLst>
            <pc:docMk/>
            <pc:sldMk cId="219638543" sldId="437"/>
            <ac:spMk id="2" creationId="{AE456274-5C5C-E017-C5EE-18F84A748E5A}"/>
          </ac:spMkLst>
        </pc:spChg>
        <pc:spChg chg="del">
          <ac:chgData name="Karthika S" userId="b5c33743-44d5-468d-b941-eaecd76575be" providerId="ADAL" clId="{714B3C9A-9C72-47A0-ACA6-AD5D244B3EA0}" dt="2025-09-12T15:28:47.298" v="44" actId="478"/>
          <ac:spMkLst>
            <pc:docMk/>
            <pc:sldMk cId="219638543" sldId="437"/>
            <ac:spMk id="3" creationId="{1CA9C07F-D720-2911-9BFD-FAD3EBBADFAC}"/>
          </ac:spMkLst>
        </pc:spChg>
        <pc:picChg chg="add mod">
          <ac:chgData name="Karthika S" userId="b5c33743-44d5-468d-b941-eaecd76575be" providerId="ADAL" clId="{714B3C9A-9C72-47A0-ACA6-AD5D244B3EA0}" dt="2025-09-12T15:28:44.670" v="43" actId="1076"/>
          <ac:picMkLst>
            <pc:docMk/>
            <pc:sldMk cId="219638543" sldId="437"/>
            <ac:picMk id="5" creationId="{993A1CD4-4B34-776C-7B87-6CB6D0FC50D2}"/>
          </ac:picMkLst>
        </pc:picChg>
      </pc:sldChg>
      <pc:sldChg chg="addSp modSp new mod">
        <pc:chgData name="Karthika S" userId="b5c33743-44d5-468d-b941-eaecd76575be" providerId="ADAL" clId="{714B3C9A-9C72-47A0-ACA6-AD5D244B3EA0}" dt="2025-09-12T15:29:58.480" v="52"/>
        <pc:sldMkLst>
          <pc:docMk/>
          <pc:sldMk cId="3228557987" sldId="438"/>
        </pc:sldMkLst>
        <pc:spChg chg="mod">
          <ac:chgData name="Karthika S" userId="b5c33743-44d5-468d-b941-eaecd76575be" providerId="ADAL" clId="{714B3C9A-9C72-47A0-ACA6-AD5D244B3EA0}" dt="2025-09-12T15:29:58.480" v="52"/>
          <ac:spMkLst>
            <pc:docMk/>
            <pc:sldMk cId="3228557987" sldId="438"/>
            <ac:spMk id="2" creationId="{650217BA-5AA7-B888-2F58-EFF2A984EEB7}"/>
          </ac:spMkLst>
        </pc:spChg>
        <pc:picChg chg="add mod">
          <ac:chgData name="Karthika S" userId="b5c33743-44d5-468d-b941-eaecd76575be" providerId="ADAL" clId="{714B3C9A-9C72-47A0-ACA6-AD5D244B3EA0}" dt="2025-09-12T15:29:51.689" v="51" actId="1076"/>
          <ac:picMkLst>
            <pc:docMk/>
            <pc:sldMk cId="3228557987" sldId="438"/>
            <ac:picMk id="5" creationId="{C957933C-3038-A10F-E1BF-C20C51E054D9}"/>
          </ac:picMkLst>
        </pc:picChg>
      </pc:sldChg>
      <pc:sldChg chg="addSp modSp new mod">
        <pc:chgData name="Karthika S" userId="b5c33743-44d5-468d-b941-eaecd76575be" providerId="ADAL" clId="{714B3C9A-9C72-47A0-ACA6-AD5D244B3EA0}" dt="2025-09-12T15:30:34.943" v="57"/>
        <pc:sldMkLst>
          <pc:docMk/>
          <pc:sldMk cId="1246278468" sldId="439"/>
        </pc:sldMkLst>
        <pc:spChg chg="mod">
          <ac:chgData name="Karthika S" userId="b5c33743-44d5-468d-b941-eaecd76575be" providerId="ADAL" clId="{714B3C9A-9C72-47A0-ACA6-AD5D244B3EA0}" dt="2025-09-12T15:30:34.943" v="57"/>
          <ac:spMkLst>
            <pc:docMk/>
            <pc:sldMk cId="1246278468" sldId="439"/>
            <ac:spMk id="2" creationId="{9AB25EFA-1EAE-F91C-5578-10F6994FE02A}"/>
          </ac:spMkLst>
        </pc:spChg>
        <pc:picChg chg="add mod">
          <ac:chgData name="Karthika S" userId="b5c33743-44d5-468d-b941-eaecd76575be" providerId="ADAL" clId="{714B3C9A-9C72-47A0-ACA6-AD5D244B3EA0}" dt="2025-09-12T15:30:28.752" v="56" actId="1076"/>
          <ac:picMkLst>
            <pc:docMk/>
            <pc:sldMk cId="1246278468" sldId="439"/>
            <ac:picMk id="5" creationId="{839E529B-796F-5917-BECD-68592992EA9E}"/>
          </ac:picMkLst>
        </pc:picChg>
      </pc:sldChg>
      <pc:sldChg chg="addSp modSp new mod">
        <pc:chgData name="Karthika S" userId="b5c33743-44d5-468d-b941-eaecd76575be" providerId="ADAL" clId="{714B3C9A-9C72-47A0-ACA6-AD5D244B3EA0}" dt="2025-09-12T15:32:36.999" v="67" actId="1038"/>
        <pc:sldMkLst>
          <pc:docMk/>
          <pc:sldMk cId="3450792476" sldId="440"/>
        </pc:sldMkLst>
        <pc:spChg chg="mod">
          <ac:chgData name="Karthika S" userId="b5c33743-44d5-468d-b941-eaecd76575be" providerId="ADAL" clId="{714B3C9A-9C72-47A0-ACA6-AD5D244B3EA0}" dt="2025-09-12T15:31:39.094" v="62"/>
          <ac:spMkLst>
            <pc:docMk/>
            <pc:sldMk cId="3450792476" sldId="440"/>
            <ac:spMk id="2" creationId="{522ECEC6-01A8-3A75-0293-64E7C5E5DE97}"/>
          </ac:spMkLst>
        </pc:spChg>
        <pc:picChg chg="add mod">
          <ac:chgData name="Karthika S" userId="b5c33743-44d5-468d-b941-eaecd76575be" providerId="ADAL" clId="{714B3C9A-9C72-47A0-ACA6-AD5D244B3EA0}" dt="2025-09-12T15:31:33.498" v="61" actId="1076"/>
          <ac:picMkLst>
            <pc:docMk/>
            <pc:sldMk cId="3450792476" sldId="440"/>
            <ac:picMk id="5" creationId="{7835398F-39D3-B433-CBAC-D0CD4394E80A}"/>
          </ac:picMkLst>
        </pc:picChg>
        <pc:picChg chg="add mod">
          <ac:chgData name="Karthika S" userId="b5c33743-44d5-468d-b941-eaecd76575be" providerId="ADAL" clId="{714B3C9A-9C72-47A0-ACA6-AD5D244B3EA0}" dt="2025-09-12T15:32:36.999" v="67" actId="1038"/>
          <ac:picMkLst>
            <pc:docMk/>
            <pc:sldMk cId="3450792476" sldId="440"/>
            <ac:picMk id="7" creationId="{6D045B8A-332A-94EA-D411-85A8E0AFE932}"/>
          </ac:picMkLst>
        </pc:picChg>
      </pc:sldChg>
      <pc:sldChg chg="addSp delSp modSp new mod">
        <pc:chgData name="Karthika S" userId="b5c33743-44d5-468d-b941-eaecd76575be" providerId="ADAL" clId="{714B3C9A-9C72-47A0-ACA6-AD5D244B3EA0}" dt="2025-09-12T15:34:45.094" v="85"/>
        <pc:sldMkLst>
          <pc:docMk/>
          <pc:sldMk cId="1663733841" sldId="441"/>
        </pc:sldMkLst>
        <pc:spChg chg="mod">
          <ac:chgData name="Karthika S" userId="b5c33743-44d5-468d-b941-eaecd76575be" providerId="ADAL" clId="{714B3C9A-9C72-47A0-ACA6-AD5D244B3EA0}" dt="2025-09-12T15:34:45.094" v="85"/>
          <ac:spMkLst>
            <pc:docMk/>
            <pc:sldMk cId="1663733841" sldId="441"/>
            <ac:spMk id="2" creationId="{CE9EC1D6-E8E0-740B-5E48-2E85EBBD52D3}"/>
          </ac:spMkLst>
        </pc:spChg>
        <pc:spChg chg="del">
          <ac:chgData name="Karthika S" userId="b5c33743-44d5-468d-b941-eaecd76575be" providerId="ADAL" clId="{714B3C9A-9C72-47A0-ACA6-AD5D244B3EA0}" dt="2025-09-12T15:34:15.776" v="76" actId="22"/>
          <ac:spMkLst>
            <pc:docMk/>
            <pc:sldMk cId="1663733841" sldId="441"/>
            <ac:spMk id="3" creationId="{F189CD39-56BD-EF03-C4B5-06B1D43E6DD5}"/>
          </ac:spMkLst>
        </pc:spChg>
        <pc:picChg chg="add mod">
          <ac:chgData name="Karthika S" userId="b5c33743-44d5-468d-b941-eaecd76575be" providerId="ADAL" clId="{714B3C9A-9C72-47A0-ACA6-AD5D244B3EA0}" dt="2025-09-12T15:34:36.082" v="84" actId="1076"/>
          <ac:picMkLst>
            <pc:docMk/>
            <pc:sldMk cId="1663733841" sldId="441"/>
            <ac:picMk id="5" creationId="{4B220AEA-68F0-8A0A-C4EA-4C3A611D3367}"/>
          </ac:picMkLst>
        </pc:picChg>
        <pc:picChg chg="add mod ord">
          <ac:chgData name="Karthika S" userId="b5c33743-44d5-468d-b941-eaecd76575be" providerId="ADAL" clId="{714B3C9A-9C72-47A0-ACA6-AD5D244B3EA0}" dt="2025-09-12T15:34:29.482" v="81" actId="1076"/>
          <ac:picMkLst>
            <pc:docMk/>
            <pc:sldMk cId="1663733841" sldId="441"/>
            <ac:picMk id="7" creationId="{0C7ED8BC-BC30-8BA7-12F0-0CAF2A96C817}"/>
          </ac:picMkLst>
        </pc:picChg>
      </pc:sldChg>
    </pc:docChg>
  </pc:docChgLst>
  <pc:docChgLst>
    <pc:chgData name="Karthika S" userId="b5c33743-44d5-468d-b941-eaecd76575be" providerId="ADAL" clId="{282F0316-7B67-4A29-9A7E-4062435A04C3}"/>
    <pc:docChg chg="undo custSel modSld">
      <pc:chgData name="Karthika S" userId="b5c33743-44d5-468d-b941-eaecd76575be" providerId="ADAL" clId="{282F0316-7B67-4A29-9A7E-4062435A04C3}" dt="2025-09-22T05:25:24.772" v="19" actId="1076"/>
      <pc:docMkLst>
        <pc:docMk/>
      </pc:docMkLst>
      <pc:sldChg chg="modSp mod">
        <pc:chgData name="Karthika S" userId="b5c33743-44d5-468d-b941-eaecd76575be" providerId="ADAL" clId="{282F0316-7B67-4A29-9A7E-4062435A04C3}" dt="2025-09-17T03:49:54.664" v="15" actId="113"/>
        <pc:sldMkLst>
          <pc:docMk/>
          <pc:sldMk cId="3306538339" sldId="427"/>
        </pc:sldMkLst>
        <pc:spChg chg="mod">
          <ac:chgData name="Karthika S" userId="b5c33743-44d5-468d-b941-eaecd76575be" providerId="ADAL" clId="{282F0316-7B67-4A29-9A7E-4062435A04C3}" dt="2025-09-17T03:49:54.664" v="15" actId="113"/>
          <ac:spMkLst>
            <pc:docMk/>
            <pc:sldMk cId="3306538339" sldId="427"/>
            <ac:spMk id="3" creationId="{9307513D-147E-A090-30C9-513D2E43E428}"/>
          </ac:spMkLst>
        </pc:spChg>
      </pc:sldChg>
      <pc:sldChg chg="modSp mod">
        <pc:chgData name="Karthika S" userId="b5c33743-44d5-468d-b941-eaecd76575be" providerId="ADAL" clId="{282F0316-7B67-4A29-9A7E-4062435A04C3}" dt="2025-09-22T05:25:24.772" v="19" actId="1076"/>
        <pc:sldMkLst>
          <pc:docMk/>
          <pc:sldMk cId="2328347379" sldId="436"/>
        </pc:sldMkLst>
        <pc:picChg chg="mod">
          <ac:chgData name="Karthika S" userId="b5c33743-44d5-468d-b941-eaecd76575be" providerId="ADAL" clId="{282F0316-7B67-4A29-9A7E-4062435A04C3}" dt="2025-09-22T05:25:18.014" v="18" actId="1076"/>
          <ac:picMkLst>
            <pc:docMk/>
            <pc:sldMk cId="2328347379" sldId="436"/>
            <ac:picMk id="5" creationId="{7903C4E8-F96F-A130-44B7-33AC19D2FD3D}"/>
          </ac:picMkLst>
        </pc:picChg>
        <pc:picChg chg="mod">
          <ac:chgData name="Karthika S" userId="b5c33743-44d5-468d-b941-eaecd76575be" providerId="ADAL" clId="{282F0316-7B67-4A29-9A7E-4062435A04C3}" dt="2025-09-22T05:25:24.772" v="19" actId="1076"/>
          <ac:picMkLst>
            <pc:docMk/>
            <pc:sldMk cId="2328347379" sldId="436"/>
            <ac:picMk id="11" creationId="{EE29BE0E-463A-7294-CFEF-FB2AEFD131C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B0FF3E-45F1-43B8-B345-4BDBBF07A7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DF9A75-C077-45A9-825E-C6B04B2402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C76006B-1609-407B-B4DF-18FB2F915E3A}" type="datetimeFigureOut">
              <a:rPr lang="en-IN"/>
              <a:pPr>
                <a:defRPr/>
              </a:pPr>
              <a:t>03-11-2025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044B7DB-FF18-4A40-95A7-12719871A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0B1F00B-FA20-45A0-A39A-D2F9BA9BC8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AE3A7-313B-45A8-AABB-7D725AC482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BA41B-7414-4071-80A8-BD8925D23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E2244FC-7632-47D8-9188-518A72FB3A9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80D0A25C-BBA7-4C07-85D4-8127069AFC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B1C32B4-B99F-4B38-8D2C-C7DB36F7BACE}" type="slidenum">
              <a:rPr lang="en-US" altLang="en-US" smtClean="0">
                <a:solidFill>
                  <a:srgbClr val="FFFFFF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>
              <a:solidFill>
                <a:srgbClr val="FFFFFF"/>
              </a:solidFill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56EBBCFE-8E96-47C3-B77E-8D9F84860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30513" y="566738"/>
            <a:ext cx="5037137" cy="2833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C340F232-9272-4D30-B1C5-19585A2A4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25575" y="3589338"/>
            <a:ext cx="7842250" cy="3400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2244FC-7632-47D8-9188-518A72FB3A93}" type="slidenum">
              <a:rPr lang="en-IN" smtClean="0"/>
              <a:pPr>
                <a:defRPr/>
              </a:pPr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160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73214" indent="0" algn="ctr">
              <a:buNone/>
              <a:defRPr/>
            </a:lvl2pPr>
            <a:lvl3pPr marL="946429" indent="0" algn="ctr">
              <a:buNone/>
              <a:defRPr/>
            </a:lvl3pPr>
            <a:lvl4pPr marL="1419643" indent="0" algn="ctr">
              <a:buNone/>
              <a:defRPr/>
            </a:lvl4pPr>
            <a:lvl5pPr marL="1892858" indent="0" algn="ctr">
              <a:buNone/>
              <a:defRPr/>
            </a:lvl5pPr>
            <a:lvl6pPr marL="2366071" indent="0" algn="ctr">
              <a:buNone/>
              <a:defRPr/>
            </a:lvl6pPr>
            <a:lvl7pPr marL="2839286" indent="0" algn="ctr">
              <a:buNone/>
              <a:defRPr/>
            </a:lvl7pPr>
            <a:lvl8pPr marL="3312500" indent="0" algn="ctr">
              <a:buNone/>
              <a:defRPr/>
            </a:lvl8pPr>
            <a:lvl9pPr marL="3785715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1A18FDD-F8FB-48EC-81A5-05675859B25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B7D1E-6DF6-4752-A710-C2698E234E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531084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A3B895D-DF92-43DD-AE17-443AF10090C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F67F06-8C13-4734-9C58-547A6022B2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503686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17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087"/>
            </a:lvl1pPr>
            <a:lvl2pPr marL="473214" indent="0">
              <a:buNone/>
              <a:defRPr sz="1906"/>
            </a:lvl2pPr>
            <a:lvl3pPr marL="946429" indent="0">
              <a:buNone/>
              <a:defRPr sz="1634"/>
            </a:lvl3pPr>
            <a:lvl4pPr marL="1419643" indent="0">
              <a:buNone/>
              <a:defRPr sz="1452"/>
            </a:lvl4pPr>
            <a:lvl5pPr marL="1892858" indent="0">
              <a:buNone/>
              <a:defRPr sz="1452"/>
            </a:lvl5pPr>
            <a:lvl6pPr marL="2366071" indent="0">
              <a:buNone/>
              <a:defRPr sz="1452"/>
            </a:lvl6pPr>
            <a:lvl7pPr marL="2839286" indent="0">
              <a:buNone/>
              <a:defRPr sz="1452"/>
            </a:lvl7pPr>
            <a:lvl8pPr marL="3312500" indent="0">
              <a:buNone/>
              <a:defRPr sz="1452"/>
            </a:lvl8pPr>
            <a:lvl9pPr marL="3785715" indent="0">
              <a:buNone/>
              <a:defRPr sz="14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3935024-D5B8-4870-8B59-743A525F27A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B8AA0B-A091-4E4F-BAA0-ED98D21E9E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262045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1"/>
            <a:ext cx="5384800" cy="4830763"/>
          </a:xfrm>
        </p:spPr>
        <p:txBody>
          <a:bodyPr/>
          <a:lstStyle>
            <a:lvl1pPr>
              <a:defRPr sz="2904"/>
            </a:lvl1pPr>
            <a:lvl2pPr>
              <a:defRPr sz="2451"/>
            </a:lvl2pPr>
            <a:lvl3pPr>
              <a:defRPr sz="2087"/>
            </a:lvl3pPr>
            <a:lvl4pPr>
              <a:defRPr sz="1906"/>
            </a:lvl4pPr>
            <a:lvl5pPr>
              <a:defRPr sz="1906"/>
            </a:lvl5pPr>
            <a:lvl6pPr>
              <a:defRPr sz="1906"/>
            </a:lvl6pPr>
            <a:lvl7pPr>
              <a:defRPr sz="1906"/>
            </a:lvl7pPr>
            <a:lvl8pPr>
              <a:defRPr sz="1906"/>
            </a:lvl8pPr>
            <a:lvl9pPr>
              <a:defRPr sz="1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1"/>
            <a:ext cx="5384800" cy="4830763"/>
          </a:xfrm>
        </p:spPr>
        <p:txBody>
          <a:bodyPr/>
          <a:lstStyle>
            <a:lvl1pPr>
              <a:defRPr sz="2904"/>
            </a:lvl1pPr>
            <a:lvl2pPr>
              <a:defRPr sz="2451"/>
            </a:lvl2pPr>
            <a:lvl3pPr>
              <a:defRPr sz="2087"/>
            </a:lvl3pPr>
            <a:lvl4pPr>
              <a:defRPr sz="1906"/>
            </a:lvl4pPr>
            <a:lvl5pPr>
              <a:defRPr sz="1906"/>
            </a:lvl5pPr>
            <a:lvl6pPr>
              <a:defRPr sz="1906"/>
            </a:lvl6pPr>
            <a:lvl7pPr>
              <a:defRPr sz="1906"/>
            </a:lvl7pPr>
            <a:lvl8pPr>
              <a:defRPr sz="1906"/>
            </a:lvl8pPr>
            <a:lvl9pPr>
              <a:defRPr sz="1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C2577CE-8A3A-4487-A5F7-3588E8D3B8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985FED-0574-4120-A240-E2935F6A53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2296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917" cy="639762"/>
          </a:xfrm>
        </p:spPr>
        <p:txBody>
          <a:bodyPr anchor="b"/>
          <a:lstStyle>
            <a:lvl1pPr marL="0" indent="0">
              <a:buNone/>
              <a:defRPr sz="2451" b="1"/>
            </a:lvl1pPr>
            <a:lvl2pPr marL="473214" indent="0">
              <a:buNone/>
              <a:defRPr sz="2087" b="1"/>
            </a:lvl2pPr>
            <a:lvl3pPr marL="946429" indent="0">
              <a:buNone/>
              <a:defRPr sz="1906" b="1"/>
            </a:lvl3pPr>
            <a:lvl4pPr marL="1419643" indent="0">
              <a:buNone/>
              <a:defRPr sz="1634" b="1"/>
            </a:lvl4pPr>
            <a:lvl5pPr marL="1892858" indent="0">
              <a:buNone/>
              <a:defRPr sz="1634" b="1"/>
            </a:lvl5pPr>
            <a:lvl6pPr marL="2366071" indent="0">
              <a:buNone/>
              <a:defRPr sz="1634" b="1"/>
            </a:lvl6pPr>
            <a:lvl7pPr marL="2839286" indent="0">
              <a:buNone/>
              <a:defRPr sz="1634" b="1"/>
            </a:lvl7pPr>
            <a:lvl8pPr marL="3312500" indent="0">
              <a:buNone/>
              <a:defRPr sz="1634" b="1"/>
            </a:lvl8pPr>
            <a:lvl9pPr marL="3785715" indent="0">
              <a:buNone/>
              <a:defRPr sz="16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2451"/>
            </a:lvl1pPr>
            <a:lvl2pPr>
              <a:defRPr sz="2087"/>
            </a:lvl2pPr>
            <a:lvl3pPr>
              <a:defRPr sz="1906"/>
            </a:lvl3pPr>
            <a:lvl4pPr>
              <a:defRPr sz="1634"/>
            </a:lvl4pPr>
            <a:lvl5pPr>
              <a:defRPr sz="1634"/>
            </a:lvl5pPr>
            <a:lvl6pPr>
              <a:defRPr sz="1634"/>
            </a:lvl6pPr>
            <a:lvl7pPr>
              <a:defRPr sz="1634"/>
            </a:lvl7pPr>
            <a:lvl8pPr>
              <a:defRPr sz="1634"/>
            </a:lvl8pPr>
            <a:lvl9pPr>
              <a:defRPr sz="16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51" b="1"/>
            </a:lvl1pPr>
            <a:lvl2pPr marL="473214" indent="0">
              <a:buNone/>
              <a:defRPr sz="2087" b="1"/>
            </a:lvl2pPr>
            <a:lvl3pPr marL="946429" indent="0">
              <a:buNone/>
              <a:defRPr sz="1906" b="1"/>
            </a:lvl3pPr>
            <a:lvl4pPr marL="1419643" indent="0">
              <a:buNone/>
              <a:defRPr sz="1634" b="1"/>
            </a:lvl4pPr>
            <a:lvl5pPr marL="1892858" indent="0">
              <a:buNone/>
              <a:defRPr sz="1634" b="1"/>
            </a:lvl5pPr>
            <a:lvl6pPr marL="2366071" indent="0">
              <a:buNone/>
              <a:defRPr sz="1634" b="1"/>
            </a:lvl6pPr>
            <a:lvl7pPr marL="2839286" indent="0">
              <a:buNone/>
              <a:defRPr sz="1634" b="1"/>
            </a:lvl7pPr>
            <a:lvl8pPr marL="3312500" indent="0">
              <a:buNone/>
              <a:defRPr sz="1634" b="1"/>
            </a:lvl8pPr>
            <a:lvl9pPr marL="3785715" indent="0">
              <a:buNone/>
              <a:defRPr sz="16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51"/>
            </a:lvl1pPr>
            <a:lvl2pPr>
              <a:defRPr sz="2087"/>
            </a:lvl2pPr>
            <a:lvl3pPr>
              <a:defRPr sz="1906"/>
            </a:lvl3pPr>
            <a:lvl4pPr>
              <a:defRPr sz="1634"/>
            </a:lvl4pPr>
            <a:lvl5pPr>
              <a:defRPr sz="1634"/>
            </a:lvl5pPr>
            <a:lvl6pPr>
              <a:defRPr sz="1634"/>
            </a:lvl6pPr>
            <a:lvl7pPr>
              <a:defRPr sz="1634"/>
            </a:lvl7pPr>
            <a:lvl8pPr>
              <a:defRPr sz="1634"/>
            </a:lvl8pPr>
            <a:lvl9pPr>
              <a:defRPr sz="16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6284437-A0FA-4DDB-8D39-CDCFBCC4E1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00822-6C0F-4025-8441-8D8FC90BB7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678081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D55447C-A63C-4484-8308-49E194F098E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56E37C-1A5F-4EF7-9F92-22A8DF3998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003264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2869FC-9EBE-402F-9172-5BEBC6D924F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B762-0D60-4608-B2B1-52C0A3250B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48882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208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67"/>
            </a:lvl1pPr>
            <a:lvl2pPr>
              <a:defRPr sz="2904"/>
            </a:lvl2pPr>
            <a:lvl3pPr>
              <a:defRPr sz="2451"/>
            </a:lvl3pPr>
            <a:lvl4pPr>
              <a:defRPr sz="2087"/>
            </a:lvl4pPr>
            <a:lvl5pPr>
              <a:defRPr sz="2087"/>
            </a:lvl5pPr>
            <a:lvl6pPr>
              <a:defRPr sz="2087"/>
            </a:lvl6pPr>
            <a:lvl7pPr>
              <a:defRPr sz="2087"/>
            </a:lvl7pPr>
            <a:lvl8pPr>
              <a:defRPr sz="2087"/>
            </a:lvl8pPr>
            <a:lvl9pPr>
              <a:defRPr sz="208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0"/>
            <a:ext cx="4011084" cy="4691063"/>
          </a:xfrm>
        </p:spPr>
        <p:txBody>
          <a:bodyPr/>
          <a:lstStyle>
            <a:lvl1pPr marL="0" indent="0">
              <a:buNone/>
              <a:defRPr sz="1452"/>
            </a:lvl1pPr>
            <a:lvl2pPr marL="473214" indent="0">
              <a:buNone/>
              <a:defRPr sz="1271"/>
            </a:lvl2pPr>
            <a:lvl3pPr marL="946429" indent="0">
              <a:buNone/>
              <a:defRPr sz="998"/>
            </a:lvl3pPr>
            <a:lvl4pPr marL="1419643" indent="0">
              <a:buNone/>
              <a:defRPr sz="908"/>
            </a:lvl4pPr>
            <a:lvl5pPr marL="1892858" indent="0">
              <a:buNone/>
              <a:defRPr sz="908"/>
            </a:lvl5pPr>
            <a:lvl6pPr marL="2366071" indent="0">
              <a:buNone/>
              <a:defRPr sz="908"/>
            </a:lvl6pPr>
            <a:lvl7pPr marL="2839286" indent="0">
              <a:buNone/>
              <a:defRPr sz="908"/>
            </a:lvl7pPr>
            <a:lvl8pPr marL="3312500" indent="0">
              <a:buNone/>
              <a:defRPr sz="908"/>
            </a:lvl8pPr>
            <a:lvl9pPr marL="3785715" indent="0">
              <a:buNone/>
              <a:defRPr sz="9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9D19E17-DE14-4EBE-B440-EE5855B14E6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3E8CE8-157F-48D1-94BC-EA501134D0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995792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8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67"/>
            </a:lvl1pPr>
            <a:lvl2pPr marL="473214" indent="0">
              <a:buNone/>
              <a:defRPr sz="2904"/>
            </a:lvl2pPr>
            <a:lvl3pPr marL="946429" indent="0">
              <a:buNone/>
              <a:defRPr sz="2451"/>
            </a:lvl3pPr>
            <a:lvl4pPr marL="1419643" indent="0">
              <a:buNone/>
              <a:defRPr sz="2087"/>
            </a:lvl4pPr>
            <a:lvl5pPr marL="1892858" indent="0">
              <a:buNone/>
              <a:defRPr sz="2087"/>
            </a:lvl5pPr>
            <a:lvl6pPr marL="2366071" indent="0">
              <a:buNone/>
              <a:defRPr sz="2087"/>
            </a:lvl6pPr>
            <a:lvl7pPr marL="2839286" indent="0">
              <a:buNone/>
              <a:defRPr sz="2087"/>
            </a:lvl7pPr>
            <a:lvl8pPr marL="3312500" indent="0">
              <a:buNone/>
              <a:defRPr sz="2087"/>
            </a:lvl8pPr>
            <a:lvl9pPr marL="3785715" indent="0">
              <a:buNone/>
              <a:defRPr sz="2087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52"/>
            </a:lvl1pPr>
            <a:lvl2pPr marL="473214" indent="0">
              <a:buNone/>
              <a:defRPr sz="1271"/>
            </a:lvl2pPr>
            <a:lvl3pPr marL="946429" indent="0">
              <a:buNone/>
              <a:defRPr sz="998"/>
            </a:lvl3pPr>
            <a:lvl4pPr marL="1419643" indent="0">
              <a:buNone/>
              <a:defRPr sz="908"/>
            </a:lvl4pPr>
            <a:lvl5pPr marL="1892858" indent="0">
              <a:buNone/>
              <a:defRPr sz="908"/>
            </a:lvl5pPr>
            <a:lvl6pPr marL="2366071" indent="0">
              <a:buNone/>
              <a:defRPr sz="908"/>
            </a:lvl6pPr>
            <a:lvl7pPr marL="2839286" indent="0">
              <a:buNone/>
              <a:defRPr sz="908"/>
            </a:lvl7pPr>
            <a:lvl8pPr marL="3312500" indent="0">
              <a:buNone/>
              <a:defRPr sz="908"/>
            </a:lvl8pPr>
            <a:lvl9pPr marL="3785715" indent="0">
              <a:buNone/>
              <a:defRPr sz="9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14AC197-EF1E-44B4-B518-CE6818673D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7A6A4-0C8F-453E-A564-A575F00AFB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241961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D010446-F860-4F3D-948B-F1CB62DAD8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0BF4A-F59E-4280-A7A6-64CB8CE96F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091643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3801" y="228601"/>
            <a:ext cx="2768600" cy="5897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228601"/>
            <a:ext cx="8102600" cy="5897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6C3F708-910D-4DCD-8992-E27117BDD6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700381-DB6F-4CC2-BA01-AFC70A8128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00233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>
            <a:extLst>
              <a:ext uri="{FF2B5EF4-FFF2-40B4-BE49-F238E27FC236}">
                <a16:creationId xmlns:a16="http://schemas.microsoft.com/office/drawing/2014/main" id="{9D5C5592-86D1-45BD-8CAB-1514CD659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6013450"/>
            <a:ext cx="22352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8" descr="band">
            <a:extLst>
              <a:ext uri="{FF2B5EF4-FFF2-40B4-BE49-F238E27FC236}">
                <a16:creationId xmlns:a16="http://schemas.microsoft.com/office/drawing/2014/main" id="{92F56DA8-85A4-48AA-90D9-986C78D6E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666"/>
          <a:stretch>
            <a:fillRect/>
          </a:stretch>
        </p:blipFill>
        <p:spPr bwMode="auto">
          <a:xfrm>
            <a:off x="0" y="5867400"/>
            <a:ext cx="8940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>
            <a:extLst>
              <a:ext uri="{FF2B5EF4-FFF2-40B4-BE49-F238E27FC236}">
                <a16:creationId xmlns:a16="http://schemas.microsoft.com/office/drawing/2014/main" id="{F02E2BB9-25A8-4EFC-9A80-45D5308BFC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228600"/>
            <a:ext cx="10972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78" tIns="52139" rIns="104278" bIns="5213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75C0A3B0-DB66-4FE7-880F-F027A0AC8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95400"/>
            <a:ext cx="109728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78" tIns="52139" rIns="104278" bIns="521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8" name="Slide Number Placeholder 1">
            <a:extLst>
              <a:ext uri="{FF2B5EF4-FFF2-40B4-BE49-F238E27FC236}">
                <a16:creationId xmlns:a16="http://schemas.microsoft.com/office/drawing/2014/main" id="{EBBE09C9-ABF4-4A7D-8185-E660A29332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44275" y="914400"/>
            <a:ext cx="812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78" tIns="52139" rIns="104278" bIns="52139" numCol="1" anchor="ctr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71">
                <a:solidFill>
                  <a:srgbClr val="898989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E824012-6F34-4F3D-8476-D88DADBDD4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1B57B5"/>
          </a:solidFill>
          <a:latin typeface="+mj-lt"/>
          <a:ea typeface="+mj-ea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1B57B5"/>
          </a:solidFill>
          <a:latin typeface="Verdana" pitchFamily="34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1B57B5"/>
          </a:solidFill>
          <a:latin typeface="Verdana" pitchFamily="34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1B57B5"/>
          </a:solidFill>
          <a:latin typeface="Verdana" pitchFamily="34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1B57B5"/>
          </a:solidFill>
          <a:latin typeface="Verdana" pitchFamily="34" charset="0"/>
          <a:ea typeface="MS PGothic" pitchFamily="34" charset="-128"/>
          <a:cs typeface="MS PGothic" charset="0"/>
        </a:defRPr>
      </a:lvl5pPr>
      <a:lvl6pPr marL="473214" algn="ctr" rtl="0" eaLnBrk="1" fontAlgn="base" hangingPunct="1">
        <a:spcBef>
          <a:spcPct val="0"/>
        </a:spcBef>
        <a:spcAft>
          <a:spcPct val="0"/>
        </a:spcAft>
        <a:defRPr sz="2904">
          <a:solidFill>
            <a:srgbClr val="1B57B5"/>
          </a:solidFill>
          <a:latin typeface="Verdana" pitchFamily="34" charset="0"/>
          <a:ea typeface="MS PGothic" pitchFamily="34" charset="-128"/>
        </a:defRPr>
      </a:lvl6pPr>
      <a:lvl7pPr marL="946429" algn="ctr" rtl="0" eaLnBrk="1" fontAlgn="base" hangingPunct="1">
        <a:spcBef>
          <a:spcPct val="0"/>
        </a:spcBef>
        <a:spcAft>
          <a:spcPct val="0"/>
        </a:spcAft>
        <a:defRPr sz="2904">
          <a:solidFill>
            <a:srgbClr val="1B57B5"/>
          </a:solidFill>
          <a:latin typeface="Verdana" pitchFamily="34" charset="0"/>
          <a:ea typeface="MS PGothic" pitchFamily="34" charset="-128"/>
        </a:defRPr>
      </a:lvl7pPr>
      <a:lvl8pPr marL="1419643" algn="ctr" rtl="0" eaLnBrk="1" fontAlgn="base" hangingPunct="1">
        <a:spcBef>
          <a:spcPct val="0"/>
        </a:spcBef>
        <a:spcAft>
          <a:spcPct val="0"/>
        </a:spcAft>
        <a:defRPr sz="2904">
          <a:solidFill>
            <a:srgbClr val="1B57B5"/>
          </a:solidFill>
          <a:latin typeface="Verdana" pitchFamily="34" charset="0"/>
          <a:ea typeface="MS PGothic" pitchFamily="34" charset="-128"/>
        </a:defRPr>
      </a:lvl8pPr>
      <a:lvl9pPr marL="1892858" algn="ctr" rtl="0" eaLnBrk="1" fontAlgn="base" hangingPunct="1">
        <a:spcBef>
          <a:spcPct val="0"/>
        </a:spcBef>
        <a:spcAft>
          <a:spcPct val="0"/>
        </a:spcAft>
        <a:defRPr sz="2904">
          <a:solidFill>
            <a:srgbClr val="1B57B5"/>
          </a:solidFill>
          <a:latin typeface="Verdana" pitchFamily="34" charset="0"/>
          <a:ea typeface="MS PGothic" pitchFamily="34" charset="-128"/>
        </a:defRPr>
      </a:lvl9pPr>
    </p:titleStyle>
    <p:bodyStyle>
      <a:lvl1pPr marL="354013" indent="-354013" algn="l" rtl="0" eaLnBrk="0" fontAlgn="base" hangingPunct="0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MS PGothic" charset="0"/>
        </a:defRPr>
      </a:lvl1pPr>
      <a:lvl2pPr marL="766763" indent="-295275" algn="l" rtl="0" eaLnBrk="0" fontAlgn="base" hangingPunct="0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500">
          <a:solidFill>
            <a:schemeClr val="tx1"/>
          </a:solidFill>
          <a:latin typeface="+mn-lt"/>
          <a:ea typeface="+mn-ea"/>
          <a:cs typeface="MS PGothic" charset="0"/>
        </a:defRPr>
      </a:lvl2pPr>
      <a:lvl3pPr marL="1182688" indent="-234950" algn="l" rtl="0" eaLnBrk="0" fontAlgn="base" hangingPunct="0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100">
          <a:solidFill>
            <a:schemeClr val="tx1"/>
          </a:solidFill>
          <a:latin typeface="+mn-lt"/>
          <a:ea typeface="+mn-ea"/>
          <a:cs typeface="MS PGothic" charset="0"/>
        </a:defRPr>
      </a:lvl3pPr>
      <a:lvl4pPr marL="1654175" indent="-234950" algn="l" rtl="0" eaLnBrk="0" fontAlgn="base" hangingPunct="0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  <a:ea typeface="+mn-ea"/>
          <a:cs typeface="MS PGothic" charset="0"/>
        </a:defRPr>
      </a:lvl4pPr>
      <a:lvl5pPr marL="2127250" indent="-234950" algn="l" rtl="0" eaLnBrk="0" fontAlgn="base" hangingPunct="0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  <a:ea typeface="+mn-ea"/>
          <a:cs typeface="MS PGothic" charset="0"/>
        </a:defRPr>
      </a:lvl5pPr>
      <a:lvl6pPr marL="2602679" indent="-236607" algn="l" rtl="0" eaLnBrk="1" fontAlgn="base" hangingPunct="1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52">
          <a:solidFill>
            <a:schemeClr val="tx1"/>
          </a:solidFill>
          <a:latin typeface="+mn-lt"/>
          <a:ea typeface="+mn-ea"/>
        </a:defRPr>
      </a:lvl6pPr>
      <a:lvl7pPr marL="3075894" indent="-236607" algn="l" rtl="0" eaLnBrk="1" fontAlgn="base" hangingPunct="1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52">
          <a:solidFill>
            <a:schemeClr val="tx1"/>
          </a:solidFill>
          <a:latin typeface="+mn-lt"/>
          <a:ea typeface="+mn-ea"/>
        </a:defRPr>
      </a:lvl7pPr>
      <a:lvl8pPr marL="3549108" indent="-236607" algn="l" rtl="0" eaLnBrk="1" fontAlgn="base" hangingPunct="1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52">
          <a:solidFill>
            <a:schemeClr val="tx1"/>
          </a:solidFill>
          <a:latin typeface="+mn-lt"/>
          <a:ea typeface="+mn-ea"/>
        </a:defRPr>
      </a:lvl8pPr>
      <a:lvl9pPr marL="4022322" indent="-236607" algn="l" rtl="0" eaLnBrk="1" fontAlgn="base" hangingPunct="1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52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1pPr>
      <a:lvl2pPr marL="473214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2pPr>
      <a:lvl3pPr marL="946429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3pPr>
      <a:lvl4pPr marL="1419643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4pPr>
      <a:lvl5pPr marL="1892858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5pPr>
      <a:lvl6pPr marL="2366071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6pPr>
      <a:lvl7pPr marL="2839286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7pPr>
      <a:lvl8pPr marL="3312500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8pPr>
      <a:lvl9pPr marL="3785715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123E0D7-ECDD-4262-96CF-B7821E7D591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73088" y="202097"/>
            <a:ext cx="112014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721" dirty="0"/>
              <a:t>UIT2502 – Data Analytics &amp; Visualization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58AF5B0-6D99-4C3C-9F82-61C7A563D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330" y="1386453"/>
            <a:ext cx="11426618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140" tIns="48433" rIns="93140" bIns="48433" anchor="ctr"/>
          <a:lstStyle/>
          <a:p>
            <a:pPr algn="ctr" defTabSz="473169">
              <a:buClr>
                <a:srgbClr val="000000"/>
              </a:buClr>
              <a:buSzPct val="100000"/>
              <a:defRPr/>
            </a:pPr>
            <a:r>
              <a:rPr lang="en-US" sz="3267" b="1" kern="0" dirty="0">
                <a:solidFill>
                  <a:srgbClr val="000000"/>
                </a:solidFill>
                <a:latin typeface="Verdana"/>
                <a:ea typeface="MS PGothic"/>
                <a:cs typeface="Arial" charset="0"/>
              </a:rPr>
              <a:t>Logistic Regression</a:t>
            </a:r>
            <a:endParaRPr lang="en-US" sz="2400" b="1" kern="0" dirty="0">
              <a:solidFill>
                <a:srgbClr val="000000"/>
              </a:solidFill>
              <a:latin typeface="Verdana"/>
              <a:ea typeface="MS PGothic"/>
              <a:cs typeface="Arial" charset="0"/>
            </a:endParaRPr>
          </a:p>
        </p:txBody>
      </p:sp>
      <p:pic>
        <p:nvPicPr>
          <p:cNvPr id="3" name="Picture 2" descr="Evolution of Logistic Regression: OG of Classification ...">
            <a:extLst>
              <a:ext uri="{FF2B5EF4-FFF2-40B4-BE49-F238E27FC236}">
                <a16:creationId xmlns:a16="http://schemas.microsoft.com/office/drawing/2014/main" id="{FD027A7A-FD18-9D6B-B8A4-8D1C68680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639" y="2570809"/>
            <a:ext cx="6096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1DBAB-F991-CA30-7923-DA5943A7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C4E34-6823-E045-3AF1-264039188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independent variables can be nominal, ordinal, or of interval type and the dependent variable is discrete</a:t>
            </a:r>
          </a:p>
          <a:p>
            <a:r>
              <a:rPr lang="en-US" sz="2400" dirty="0"/>
              <a:t>It uses logistic or sigmoid function - value of this function lies between zero and one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66773-DC4E-1A2B-BEE4-7B57DD7FE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3601443"/>
            <a:ext cx="3492469" cy="249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1864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20D90-C839-BC7A-B783-FEB489ADF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1043-CC81-ADB1-FF57-38107B342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2F332-AF0E-D1DF-9940-C292C3DC9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12" y="697230"/>
            <a:ext cx="3923270" cy="5806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6001D1-864C-CDD1-1D24-7D5B62D9B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370" y="1762670"/>
            <a:ext cx="5990148" cy="376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1526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439F-E1BE-C350-AB87-E5FB2984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03C4E8-F96F-A130-44B7-33AC19D2F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2119"/>
            <a:ext cx="5551610" cy="365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29BE0E-463A-7294-CFEF-FB2AEFD13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816" y="2842591"/>
            <a:ext cx="6407819" cy="378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4737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56274-5C5C-E017-C5EE-18F84A74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A1CD4-4B34-776C-7B87-6CB6D0FC5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95400"/>
            <a:ext cx="9528810" cy="51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854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217BA-5AA7-B888-2F58-EFF2A984E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B595-D523-6699-C753-49E92881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57933C-3038-A10F-E1BF-C20C51E0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87865"/>
            <a:ext cx="9520216" cy="524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55798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5EFA-1EAE-F91C-5578-10F6994F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93A58-5828-305A-9C59-7F4D5074A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9E529B-796F-5917-BECD-68592992E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013293"/>
            <a:ext cx="9343159" cy="561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7846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ECEC6-01A8-3A75-0293-64E7C5E5D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B83AA-9F33-0A1B-CC99-30FCCDF0E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5398F-39D3-B433-CBAC-D0CD4394E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38539"/>
            <a:ext cx="9236729" cy="5544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045B8A-332A-94EA-D411-85A8E0AFE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19" y="818977"/>
            <a:ext cx="5236481" cy="218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9247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EC1D6-E8E0-740B-5E48-2E85EBBD5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7ED8BC-BC30-8BA7-12F0-0CAF2A96C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09599" y="1266494"/>
            <a:ext cx="10972800" cy="466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220AEA-68F0-8A0A-C4EA-4C3A611D3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158" y="5583281"/>
            <a:ext cx="1747683" cy="104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3384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C498-186E-6E49-E688-070884BF5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7513D-147E-A090-30C9-513D2E43E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13618"/>
            <a:ext cx="10972800" cy="4830763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/>
              <a:t>Depends on the dependent/target variables:</a:t>
            </a:r>
          </a:p>
          <a:p>
            <a:r>
              <a:rPr lang="en-IN" sz="2000" dirty="0"/>
              <a:t>Binomial</a:t>
            </a:r>
          </a:p>
          <a:p>
            <a:pPr lvl="1"/>
            <a:r>
              <a:rPr lang="en-US" sz="1400" dirty="0"/>
              <a:t>A binomial logistic regression (or logistic regression for short) is used when the outcome variable being predicted is dichotomous (i.e</a:t>
            </a:r>
            <a:r>
              <a:rPr lang="en-US" sz="1400" b="1" dirty="0"/>
              <a:t>. yes/no, pass/fail</a:t>
            </a:r>
            <a:r>
              <a:rPr lang="en-US" sz="1400" dirty="0"/>
              <a:t>). This model can be used with any number of independent variables that are categorical or continuous</a:t>
            </a:r>
            <a:endParaRPr lang="en-IN" sz="1400" dirty="0"/>
          </a:p>
          <a:p>
            <a:r>
              <a:rPr lang="en-IN" sz="2000" dirty="0"/>
              <a:t>Multinomial</a:t>
            </a:r>
          </a:p>
          <a:p>
            <a:pPr lvl="1"/>
            <a:r>
              <a:rPr lang="en-US" sz="1400" dirty="0"/>
              <a:t>A multinomial logistic regression (or multinomial regression for short) is used when the outcome variable being predicted is nominal and </a:t>
            </a:r>
            <a:r>
              <a:rPr lang="en-US" sz="1400" b="1" dirty="0"/>
              <a:t>has more than two categories that do not have a given rank or order</a:t>
            </a:r>
            <a:r>
              <a:rPr lang="en-US" sz="1400" dirty="0"/>
              <a:t>. This model can be used with any number of independent variables that are categorical or continuous.</a:t>
            </a:r>
          </a:p>
          <a:p>
            <a:r>
              <a:rPr lang="en-US" sz="2000" dirty="0"/>
              <a:t>Ordinal</a:t>
            </a:r>
            <a:r>
              <a:rPr lang="en-US" sz="2100" dirty="0"/>
              <a:t> </a:t>
            </a:r>
          </a:p>
          <a:p>
            <a:pPr lvl="1"/>
            <a:r>
              <a:rPr lang="en-US" sz="1400" dirty="0"/>
              <a:t>This type applies when the dependent variable has three or more categories with a natural order or ranking. Examples include ratings like </a:t>
            </a:r>
            <a:r>
              <a:rPr lang="en-US" sz="1400" b="1" dirty="0"/>
              <a:t>"low," "medium" and "high</a:t>
            </a:r>
            <a:r>
              <a:rPr lang="en-US" sz="1400" dirty="0"/>
              <a:t>." It takes the order of the categories into account when modeling.</a:t>
            </a:r>
            <a:endParaRPr lang="en-IN" sz="14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0653833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C605-C1D4-5D1D-DF50-533E7858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Sigmoid function</a:t>
            </a:r>
          </a:p>
        </p:txBody>
      </p:sp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3630A6C8-5C39-7FB2-2DAA-D78C35309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982" y="1456314"/>
            <a:ext cx="5886036" cy="4501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z\rightarrow\infty">
            <a:extLst>
              <a:ext uri="{FF2B5EF4-FFF2-40B4-BE49-F238E27FC236}">
                <a16:creationId xmlns:a16="http://schemas.microsoft.com/office/drawing/2014/main" id="{A4EB200C-B414-DEE0-4B07-98CBC79F66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8138" y="-381000"/>
            <a:ext cx="742950" cy="14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5" descr="z\rightarrow-\infty">
            <a:extLst>
              <a:ext uri="{FF2B5EF4-FFF2-40B4-BE49-F238E27FC236}">
                <a16:creationId xmlns:a16="http://schemas.microsoft.com/office/drawing/2014/main" id="{0D58996B-B5B3-586E-756F-6ECC2696D8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8138" y="-198438"/>
            <a:ext cx="942975" cy="14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45835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46941-F661-FBB6-448F-75A1FE03B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logistic function</a:t>
            </a:r>
          </a:p>
        </p:txBody>
      </p:sp>
      <p:pic>
        <p:nvPicPr>
          <p:cNvPr id="1026" name="Picture 2" descr="years-2">
            <a:extLst>
              <a:ext uri="{FF2B5EF4-FFF2-40B4-BE49-F238E27FC236}">
                <a16:creationId xmlns:a16="http://schemas.microsoft.com/office/drawing/2014/main" id="{450BC23B-49AE-CAAA-8630-2AACB6DCB0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5" t="5059" r="4346" b="9072"/>
          <a:stretch/>
        </p:blipFill>
        <p:spPr bwMode="auto">
          <a:xfrm>
            <a:off x="2075155" y="1463040"/>
            <a:ext cx="7316495" cy="415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07476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6540-1BC2-82F4-94C2-5C6BDBFC9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76245-9D2A-FBF3-DACC-84B49B488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No residual analysis is done i.e. least square errors / no R-Squared metric</a:t>
            </a:r>
          </a:p>
          <a:p>
            <a:r>
              <a:rPr lang="en-IN" sz="2400" dirty="0"/>
              <a:t>Uses maximum likelihood estimates</a:t>
            </a:r>
          </a:p>
        </p:txBody>
      </p:sp>
    </p:spTree>
    <p:extLst>
      <p:ext uri="{BB962C8B-B14F-4D97-AF65-F5344CB8AC3E}">
        <p14:creationId xmlns:p14="http://schemas.microsoft.com/office/powerpoint/2010/main" val="153196855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5957-FFF0-6063-F832-ED0910755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3B0DD-A467-3F16-6BD6-8B703EE6F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600" b="1" dirty="0"/>
              <a:t>TEXTBOOKS: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David </a:t>
            </a:r>
            <a:r>
              <a:rPr lang="en-IN" sz="1600" dirty="0" err="1"/>
              <a:t>Cielen</a:t>
            </a:r>
            <a:r>
              <a:rPr lang="en-IN" sz="1600" dirty="0"/>
              <a:t>, Arno D. B. </a:t>
            </a:r>
            <a:r>
              <a:rPr lang="en-IN" sz="1600" dirty="0" err="1"/>
              <a:t>Meysman</a:t>
            </a:r>
            <a:r>
              <a:rPr lang="en-IN" sz="1600" dirty="0"/>
              <a:t>, and Mohamed Ali, “Introducing Data Science”, Manning Publications, 2016. (first two chapters for Unit I).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Robert S. Witte and John S. Witte, “Statistics”, Eleventh Edition, Wiley Publications, 2017.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Jake </a:t>
            </a:r>
            <a:r>
              <a:rPr lang="en-IN" sz="1600" dirty="0" err="1"/>
              <a:t>VanderPlas</a:t>
            </a:r>
            <a:r>
              <a:rPr lang="en-IN" sz="1600" dirty="0"/>
              <a:t>, “Python Data Science Handbook”, O’Reilly, 2016.</a:t>
            </a:r>
          </a:p>
          <a:p>
            <a:pPr marL="0" indent="0">
              <a:buNone/>
            </a:pPr>
            <a:r>
              <a:rPr lang="en-IN" sz="1600" b="1" dirty="0"/>
              <a:t>REFERENCES: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Allen B. Downey, “Think Stats: Exploratory Data Analysis in Python”, Green Tea Press, 2014.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5123347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T6006U3LS02Filtering_Streams">
  <a:themeElements>
    <a:clrScheme name="1_Heartbeat Review 9 May'06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CC"/>
      </a:hlink>
      <a:folHlink>
        <a:srgbClr val="000099"/>
      </a:folHlink>
    </a:clrScheme>
    <a:fontScheme name="1_Heartbeat Review 9 May'06">
      <a:majorFont>
        <a:latin typeface="Verdana"/>
        <a:ea typeface="MS PGothic"/>
        <a:cs typeface=""/>
      </a:majorFont>
      <a:minorFont>
        <a:latin typeface="Verdana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MS PGothic" pitchFamily="34" charset="-128"/>
          </a:defRPr>
        </a:defPPr>
      </a:lstStyle>
    </a:lnDef>
  </a:objectDefaults>
  <a:extraClrSchemeLst>
    <a:extraClrScheme>
      <a:clrScheme name="1_Heartbeat Review 9 May'0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CC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CC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CC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726643DEC5984A93DF8962AB06731B" ma:contentTypeVersion="2" ma:contentTypeDescription="Create a new document." ma:contentTypeScope="" ma:versionID="72a5333f9dbcc75c57cf7135e4c19e23">
  <xsd:schema xmlns:xsd="http://www.w3.org/2001/XMLSchema" xmlns:xs="http://www.w3.org/2001/XMLSchema" xmlns:p="http://schemas.microsoft.com/office/2006/metadata/properties" xmlns:ns2="b93ca819-8e37-446c-b77f-e20676977bc6" targetNamespace="http://schemas.microsoft.com/office/2006/metadata/properties" ma:root="true" ma:fieldsID="ce9aea4fc5a8d3c80b4c772f5ab1a4a1" ns2:_="">
    <xsd:import namespace="b93ca819-8e37-446c-b77f-e20676977b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3ca819-8e37-446c-b77f-e20676977b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358AD4-2556-460C-8CD8-3E3E81C597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3ca819-8e37-446c-b77f-e20676977b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E24655B-E6A1-4498-9F58-CD1DC2A8E3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6DDB99-5E92-41B0-B5A6-1FF7686A510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8957</TotalTime>
  <Words>344</Words>
  <Application>Microsoft Office PowerPoint</Application>
  <PresentationFormat>Widescreen</PresentationFormat>
  <Paragraphs>34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Microsoft YaHei</vt:lpstr>
      <vt:lpstr>Calibri</vt:lpstr>
      <vt:lpstr>Verdana</vt:lpstr>
      <vt:lpstr>Wingdings</vt:lpstr>
      <vt:lpstr>IT6006U3LS02Filtering_Streams</vt:lpstr>
      <vt:lpstr>UIT2502 – Data Analytics &amp; Visualization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</vt:lpstr>
      <vt:lpstr>Types of logistic regression</vt:lpstr>
      <vt:lpstr>Sigmoid function</vt:lpstr>
      <vt:lpstr>Example of logistic function</vt:lpstr>
      <vt:lpstr>Summary</vt:lpstr>
      <vt:lpstr>Books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PIF1941 – NLP &amp; IR</dc:title>
  <dc:creator>VEERA RAGAVAN</dc:creator>
  <cp:lastModifiedBy>Hrithika S</cp:lastModifiedBy>
  <cp:revision>376</cp:revision>
  <dcterms:created xsi:type="dcterms:W3CDTF">2020-08-02T17:30:45Z</dcterms:created>
  <dcterms:modified xsi:type="dcterms:W3CDTF">2025-11-03T12:43:43Z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0x010100E7726643DEC5984A93DF8962AB06731B</vt:lpwstr>
  </property>
</Properties>
</file>