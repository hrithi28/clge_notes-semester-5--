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349" r:id="rId2"/>
    <p:sldId id="395" r:id="rId3"/>
    <p:sldId id="388" r:id="rId4"/>
    <p:sldId id="404" r:id="rId5"/>
    <p:sldId id="400" r:id="rId6"/>
    <p:sldId id="323" r:id="rId7"/>
    <p:sldId id="324" r:id="rId8"/>
    <p:sldId id="326" r:id="rId9"/>
    <p:sldId id="367" r:id="rId10"/>
    <p:sldId id="405" r:id="rId11"/>
    <p:sldId id="406" r:id="rId12"/>
    <p:sldId id="401" r:id="rId13"/>
    <p:sldId id="402" r:id="rId14"/>
    <p:sldId id="403" r:id="rId15"/>
    <p:sldId id="355" r:id="rId16"/>
    <p:sldId id="356" r:id="rId17"/>
    <p:sldId id="387" r:id="rId1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ADB5A3-31E6-4DBD-B3C9-8FD74B8D73F9}" v="44" dt="2025-09-06T17:53:00.7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64659" autoAdjust="0"/>
  </p:normalViewPr>
  <p:slideViewPr>
    <p:cSldViewPr snapToGrid="0">
      <p:cViewPr varScale="1">
        <p:scale>
          <a:sx n="60" d="100"/>
          <a:sy n="60" d="100"/>
        </p:scale>
        <p:origin x="840" y="44"/>
      </p:cViewPr>
      <p:guideLst>
        <p:guide orient="horz" pos="2160"/>
        <p:guide pos="3840"/>
      </p:guideLst>
    </p:cSldViewPr>
  </p:slideViewPr>
  <p:notesTextViewPr>
    <p:cViewPr>
      <p:scale>
        <a:sx n="1" d="1"/>
        <a:sy n="1" d="1"/>
      </p:scale>
      <p:origin x="0" y="0"/>
    </p:cViewPr>
  </p:notesTextViewPr>
  <p:sorterViewPr>
    <p:cViewPr>
      <p:scale>
        <a:sx n="100" d="100"/>
        <a:sy n="100" d="100"/>
      </p:scale>
      <p:origin x="0" y="-13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hika S" userId="b5c33743-44d5-468d-b941-eaecd76575be" providerId="ADAL" clId="{6AADB5A3-31E6-4DBD-B3C9-8FD74B8D73F9}"/>
    <pc:docChg chg="undo custSel addSld delSld modSld sldOrd">
      <pc:chgData name="Karthika S" userId="b5c33743-44d5-468d-b941-eaecd76575be" providerId="ADAL" clId="{6AADB5A3-31E6-4DBD-B3C9-8FD74B8D73F9}" dt="2025-09-06T17:53:00.758" v="531" actId="6549"/>
      <pc:docMkLst>
        <pc:docMk/>
      </pc:docMkLst>
      <pc:sldChg chg="modSp modAnim">
        <pc:chgData name="Karthika S" userId="b5c33743-44d5-468d-b941-eaecd76575be" providerId="ADAL" clId="{6AADB5A3-31E6-4DBD-B3C9-8FD74B8D73F9}" dt="2025-09-06T16:56:25.316" v="137"/>
        <pc:sldMkLst>
          <pc:docMk/>
          <pc:sldMk cId="0" sldId="324"/>
        </pc:sldMkLst>
        <pc:spChg chg="mod">
          <ac:chgData name="Karthika S" userId="b5c33743-44d5-468d-b941-eaecd76575be" providerId="ADAL" clId="{6AADB5A3-31E6-4DBD-B3C9-8FD74B8D73F9}" dt="2025-08-25T14:20:36.990" v="2" actId="20577"/>
          <ac:spMkLst>
            <pc:docMk/>
            <pc:sldMk cId="0" sldId="324"/>
            <ac:spMk id="2" creationId="{88664062-75A1-AE84-AAB7-0F0BCB894B5F}"/>
          </ac:spMkLst>
        </pc:spChg>
      </pc:sldChg>
      <pc:sldChg chg="modAnim">
        <pc:chgData name="Karthika S" userId="b5c33743-44d5-468d-b941-eaecd76575be" providerId="ADAL" clId="{6AADB5A3-31E6-4DBD-B3C9-8FD74B8D73F9}" dt="2025-09-06T16:56:47.360" v="138"/>
        <pc:sldMkLst>
          <pc:docMk/>
          <pc:sldMk cId="0" sldId="326"/>
        </pc:sldMkLst>
      </pc:sldChg>
      <pc:sldChg chg="modSp mod modAnim">
        <pc:chgData name="Karthika S" userId="b5c33743-44d5-468d-b941-eaecd76575be" providerId="ADAL" clId="{6AADB5A3-31E6-4DBD-B3C9-8FD74B8D73F9}" dt="2025-09-06T17:02:48.857" v="147" actId="20577"/>
        <pc:sldMkLst>
          <pc:docMk/>
          <pc:sldMk cId="0" sldId="367"/>
        </pc:sldMkLst>
        <pc:spChg chg="mod">
          <ac:chgData name="Karthika S" userId="b5c33743-44d5-468d-b941-eaecd76575be" providerId="ADAL" clId="{6AADB5A3-31E6-4DBD-B3C9-8FD74B8D73F9}" dt="2025-09-06T17:02:48.857" v="147" actId="20577"/>
          <ac:spMkLst>
            <pc:docMk/>
            <pc:sldMk cId="0" sldId="367"/>
            <ac:spMk id="2" creationId="{8AC40124-891C-C3B0-AD93-1DA60A1B6B98}"/>
          </ac:spMkLst>
        </pc:spChg>
        <pc:spChg chg="mod">
          <ac:chgData name="Karthika S" userId="b5c33743-44d5-468d-b941-eaecd76575be" providerId="ADAL" clId="{6AADB5A3-31E6-4DBD-B3C9-8FD74B8D73F9}" dt="2025-08-31T10:04:32.137" v="83" actId="404"/>
          <ac:spMkLst>
            <pc:docMk/>
            <pc:sldMk cId="0" sldId="367"/>
            <ac:spMk id="4" creationId="{91AB35C2-7D8E-2711-5E1E-9A4BAEF09523}"/>
          </ac:spMkLst>
        </pc:spChg>
      </pc:sldChg>
      <pc:sldChg chg="modSp mod">
        <pc:chgData name="Karthika S" userId="b5c33743-44d5-468d-b941-eaecd76575be" providerId="ADAL" clId="{6AADB5A3-31E6-4DBD-B3C9-8FD74B8D73F9}" dt="2025-08-31T09:49:07.604" v="12" actId="6549"/>
        <pc:sldMkLst>
          <pc:docMk/>
          <pc:sldMk cId="3410769805" sldId="388"/>
        </pc:sldMkLst>
        <pc:spChg chg="mod">
          <ac:chgData name="Karthika S" userId="b5c33743-44d5-468d-b941-eaecd76575be" providerId="ADAL" clId="{6AADB5A3-31E6-4DBD-B3C9-8FD74B8D73F9}" dt="2025-08-31T09:49:07.604" v="12" actId="6549"/>
          <ac:spMkLst>
            <pc:docMk/>
            <pc:sldMk cId="3410769805" sldId="388"/>
            <ac:spMk id="3" creationId="{1889FBEF-831D-9844-329A-5E9858132A54}"/>
          </ac:spMkLst>
        </pc:spChg>
      </pc:sldChg>
      <pc:sldChg chg="modSp mod">
        <pc:chgData name="Karthika S" userId="b5c33743-44d5-468d-b941-eaecd76575be" providerId="ADAL" clId="{6AADB5A3-31E6-4DBD-B3C9-8FD74B8D73F9}" dt="2025-09-06T16:59:42.896" v="141" actId="113"/>
        <pc:sldMkLst>
          <pc:docMk/>
          <pc:sldMk cId="3601734204" sldId="395"/>
        </pc:sldMkLst>
        <pc:spChg chg="mod">
          <ac:chgData name="Karthika S" userId="b5c33743-44d5-468d-b941-eaecd76575be" providerId="ADAL" clId="{6AADB5A3-31E6-4DBD-B3C9-8FD74B8D73F9}" dt="2025-09-06T16:59:42.896" v="141" actId="113"/>
          <ac:spMkLst>
            <pc:docMk/>
            <pc:sldMk cId="3601734204" sldId="395"/>
            <ac:spMk id="3" creationId="{8DAF25C9-12FF-1C32-C546-AB860ACC9062}"/>
          </ac:spMkLst>
        </pc:spChg>
      </pc:sldChg>
      <pc:sldChg chg="del">
        <pc:chgData name="Karthika S" userId="b5c33743-44d5-468d-b941-eaecd76575be" providerId="ADAL" clId="{6AADB5A3-31E6-4DBD-B3C9-8FD74B8D73F9}" dt="2025-09-06T17:42:03.256" v="477" actId="47"/>
        <pc:sldMkLst>
          <pc:docMk/>
          <pc:sldMk cId="3636877026" sldId="399"/>
        </pc:sldMkLst>
      </pc:sldChg>
      <pc:sldChg chg="modSp mod">
        <pc:chgData name="Karthika S" userId="b5c33743-44d5-468d-b941-eaecd76575be" providerId="ADAL" clId="{6AADB5A3-31E6-4DBD-B3C9-8FD74B8D73F9}" dt="2025-08-31T09:54:04.307" v="56" actId="20577"/>
        <pc:sldMkLst>
          <pc:docMk/>
          <pc:sldMk cId="3065562948" sldId="400"/>
        </pc:sldMkLst>
        <pc:spChg chg="mod">
          <ac:chgData name="Karthika S" userId="b5c33743-44d5-468d-b941-eaecd76575be" providerId="ADAL" clId="{6AADB5A3-31E6-4DBD-B3C9-8FD74B8D73F9}" dt="2025-08-31T09:49:23.454" v="22" actId="6549"/>
          <ac:spMkLst>
            <pc:docMk/>
            <pc:sldMk cId="3065562948" sldId="400"/>
            <ac:spMk id="2" creationId="{6D72D343-8F6E-C7F5-698B-7E132FBEEF06}"/>
          </ac:spMkLst>
        </pc:spChg>
        <pc:spChg chg="mod">
          <ac:chgData name="Karthika S" userId="b5c33743-44d5-468d-b941-eaecd76575be" providerId="ADAL" clId="{6AADB5A3-31E6-4DBD-B3C9-8FD74B8D73F9}" dt="2025-08-31T09:54:04.307" v="56" actId="20577"/>
          <ac:spMkLst>
            <pc:docMk/>
            <pc:sldMk cId="3065562948" sldId="400"/>
            <ac:spMk id="3" creationId="{7C257D7A-DD7F-1A00-2DE7-792A65723853}"/>
          </ac:spMkLst>
        </pc:spChg>
      </pc:sldChg>
      <pc:sldChg chg="addSp modSp mod">
        <pc:chgData name="Karthika S" userId="b5c33743-44d5-468d-b941-eaecd76575be" providerId="ADAL" clId="{6AADB5A3-31E6-4DBD-B3C9-8FD74B8D73F9}" dt="2025-09-06T17:53:00.758" v="531" actId="6549"/>
        <pc:sldMkLst>
          <pc:docMk/>
          <pc:sldMk cId="3624719165" sldId="401"/>
        </pc:sldMkLst>
        <pc:spChg chg="mod">
          <ac:chgData name="Karthika S" userId="b5c33743-44d5-468d-b941-eaecd76575be" providerId="ADAL" clId="{6AADB5A3-31E6-4DBD-B3C9-8FD74B8D73F9}" dt="2025-08-31T10:07:04.269" v="129" actId="21"/>
          <ac:spMkLst>
            <pc:docMk/>
            <pc:sldMk cId="3624719165" sldId="401"/>
            <ac:spMk id="3" creationId="{DBD6C0D6-D60C-B638-8D5A-803A832A0778}"/>
          </ac:spMkLst>
        </pc:spChg>
        <pc:spChg chg="mod">
          <ac:chgData name="Karthika S" userId="b5c33743-44d5-468d-b941-eaecd76575be" providerId="ADAL" clId="{6AADB5A3-31E6-4DBD-B3C9-8FD74B8D73F9}" dt="2025-09-06T17:53:00.758" v="531" actId="6549"/>
          <ac:spMkLst>
            <pc:docMk/>
            <pc:sldMk cId="3624719165" sldId="401"/>
            <ac:spMk id="4" creationId="{DF76A1F8-48C5-9EAC-D3A5-D64008703260}"/>
          </ac:spMkLst>
        </pc:spChg>
        <pc:spChg chg="add mod">
          <ac:chgData name="Karthika S" userId="b5c33743-44d5-468d-b941-eaecd76575be" providerId="ADAL" clId="{6AADB5A3-31E6-4DBD-B3C9-8FD74B8D73F9}" dt="2025-08-31T10:07:29.435" v="136" actId="1076"/>
          <ac:spMkLst>
            <pc:docMk/>
            <pc:sldMk cId="3624719165" sldId="401"/>
            <ac:spMk id="6" creationId="{80D83204-369D-7020-F018-A26E584805A1}"/>
          </ac:spMkLst>
        </pc:spChg>
      </pc:sldChg>
      <pc:sldChg chg="addSp delSp modSp add mod ord">
        <pc:chgData name="Karthika S" userId="b5c33743-44d5-468d-b941-eaecd76575be" providerId="ADAL" clId="{6AADB5A3-31E6-4DBD-B3C9-8FD74B8D73F9}" dt="2025-08-31T09:53:47.638" v="54" actId="403"/>
        <pc:sldMkLst>
          <pc:docMk/>
          <pc:sldMk cId="3629076187" sldId="404"/>
        </pc:sldMkLst>
        <pc:spChg chg="mod">
          <ac:chgData name="Karthika S" userId="b5c33743-44d5-468d-b941-eaecd76575be" providerId="ADAL" clId="{6AADB5A3-31E6-4DBD-B3C9-8FD74B8D73F9}" dt="2025-08-31T09:53:47.638" v="54" actId="403"/>
          <ac:spMkLst>
            <pc:docMk/>
            <pc:sldMk cId="3629076187" sldId="404"/>
            <ac:spMk id="3" creationId="{5BA93459-36A2-DA65-F4B2-9B4B98B93192}"/>
          </ac:spMkLst>
        </pc:spChg>
        <pc:picChg chg="add">
          <ac:chgData name="Karthika S" userId="b5c33743-44d5-468d-b941-eaecd76575be" providerId="ADAL" clId="{6AADB5A3-31E6-4DBD-B3C9-8FD74B8D73F9}" dt="2025-08-31T09:50:04.867" v="33"/>
          <ac:picMkLst>
            <pc:docMk/>
            <pc:sldMk cId="3629076187" sldId="404"/>
            <ac:picMk id="1030" creationId="{42739A10-C781-2A71-75CF-B133C0193A0A}"/>
          </ac:picMkLst>
        </pc:picChg>
        <pc:picChg chg="add">
          <ac:chgData name="Karthika S" userId="b5c33743-44d5-468d-b941-eaecd76575be" providerId="ADAL" clId="{6AADB5A3-31E6-4DBD-B3C9-8FD74B8D73F9}" dt="2025-08-31T09:50:04.867" v="33"/>
          <ac:picMkLst>
            <pc:docMk/>
            <pc:sldMk cId="3629076187" sldId="404"/>
            <ac:picMk id="1031" creationId="{D533924B-BC7B-26DC-7A2D-BEEFEC78B1C1}"/>
          </ac:picMkLst>
        </pc:picChg>
        <pc:picChg chg="add">
          <ac:chgData name="Karthika S" userId="b5c33743-44d5-468d-b941-eaecd76575be" providerId="ADAL" clId="{6AADB5A3-31E6-4DBD-B3C9-8FD74B8D73F9}" dt="2025-08-31T09:50:04.867" v="33"/>
          <ac:picMkLst>
            <pc:docMk/>
            <pc:sldMk cId="3629076187" sldId="404"/>
            <ac:picMk id="1032" creationId="{24557D4D-2802-17BA-3503-AEC80C0D788D}"/>
          </ac:picMkLst>
        </pc:picChg>
      </pc:sldChg>
      <pc:sldChg chg="add del">
        <pc:chgData name="Karthika S" userId="b5c33743-44d5-468d-b941-eaecd76575be" providerId="ADAL" clId="{6AADB5A3-31E6-4DBD-B3C9-8FD74B8D73F9}" dt="2025-08-31T09:49:41.094" v="25"/>
        <pc:sldMkLst>
          <pc:docMk/>
          <pc:sldMk cId="2515964369" sldId="405"/>
        </pc:sldMkLst>
      </pc:sldChg>
      <pc:sldChg chg="delSp modSp add mod">
        <pc:chgData name="Karthika S" userId="b5c33743-44d5-468d-b941-eaecd76575be" providerId="ADAL" clId="{6AADB5A3-31E6-4DBD-B3C9-8FD74B8D73F9}" dt="2025-09-06T17:50:35.894" v="530" actId="20577"/>
        <pc:sldMkLst>
          <pc:docMk/>
          <pc:sldMk cId="2981920726" sldId="405"/>
        </pc:sldMkLst>
        <pc:spChg chg="mod">
          <ac:chgData name="Karthika S" userId="b5c33743-44d5-468d-b941-eaecd76575be" providerId="ADAL" clId="{6AADB5A3-31E6-4DBD-B3C9-8FD74B8D73F9}" dt="2025-09-06T17:50:35.894" v="530" actId="20577"/>
          <ac:spMkLst>
            <pc:docMk/>
            <pc:sldMk cId="2981920726" sldId="405"/>
            <ac:spMk id="4" creationId="{FA4960CB-15F3-F772-B33C-10EC30E6ED86}"/>
          </ac:spMkLst>
        </pc:spChg>
        <pc:spChg chg="mod">
          <ac:chgData name="Karthika S" userId="b5c33743-44d5-468d-b941-eaecd76575be" providerId="ADAL" clId="{6AADB5A3-31E6-4DBD-B3C9-8FD74B8D73F9}" dt="2025-09-06T17:48:22.236" v="497" actId="12"/>
          <ac:spMkLst>
            <pc:docMk/>
            <pc:sldMk cId="2981920726" sldId="405"/>
            <ac:spMk id="3075" creationId="{C4B51CD3-D42A-0703-CD89-E0FF8487515E}"/>
          </ac:spMkLst>
        </pc:spChg>
        <pc:graphicFrameChg chg="del">
          <ac:chgData name="Karthika S" userId="b5c33743-44d5-468d-b941-eaecd76575be" providerId="ADAL" clId="{6AADB5A3-31E6-4DBD-B3C9-8FD74B8D73F9}" dt="2025-09-06T17:04:51.694" v="219" actId="478"/>
          <ac:graphicFrameMkLst>
            <pc:docMk/>
            <pc:sldMk cId="2981920726" sldId="405"/>
            <ac:graphicFrameMk id="3074" creationId="{2288704F-BF90-6BF8-37E3-088CEA09519F}"/>
          </ac:graphicFrameMkLst>
        </pc:graphicFrameChg>
      </pc:sldChg>
      <pc:sldChg chg="addSp delSp modSp new mod">
        <pc:chgData name="Karthika S" userId="b5c33743-44d5-468d-b941-eaecd76575be" providerId="ADAL" clId="{6AADB5A3-31E6-4DBD-B3C9-8FD74B8D73F9}" dt="2025-09-06T17:32:58.422" v="476" actId="1036"/>
        <pc:sldMkLst>
          <pc:docMk/>
          <pc:sldMk cId="593794928" sldId="406"/>
        </pc:sldMkLst>
        <pc:spChg chg="mod">
          <ac:chgData name="Karthika S" userId="b5c33743-44d5-468d-b941-eaecd76575be" providerId="ADAL" clId="{6AADB5A3-31E6-4DBD-B3C9-8FD74B8D73F9}" dt="2025-09-06T17:22:47.590" v="357"/>
          <ac:spMkLst>
            <pc:docMk/>
            <pc:sldMk cId="593794928" sldId="406"/>
            <ac:spMk id="2" creationId="{3165D4F5-F194-D49B-4957-174DBEE560B8}"/>
          </ac:spMkLst>
        </pc:spChg>
        <pc:spChg chg="mod">
          <ac:chgData name="Karthika S" userId="b5c33743-44d5-468d-b941-eaecd76575be" providerId="ADAL" clId="{6AADB5A3-31E6-4DBD-B3C9-8FD74B8D73F9}" dt="2025-09-06T17:29:44.429" v="414" actId="20577"/>
          <ac:spMkLst>
            <pc:docMk/>
            <pc:sldMk cId="593794928" sldId="406"/>
            <ac:spMk id="3" creationId="{45D0900F-C74C-21A9-6C7E-2793A57A1480}"/>
          </ac:spMkLst>
        </pc:spChg>
        <pc:spChg chg="add mod">
          <ac:chgData name="Karthika S" userId="b5c33743-44d5-468d-b941-eaecd76575be" providerId="ADAL" clId="{6AADB5A3-31E6-4DBD-B3C9-8FD74B8D73F9}" dt="2025-09-06T17:32:48.806" v="449" actId="1076"/>
          <ac:spMkLst>
            <pc:docMk/>
            <pc:sldMk cId="593794928" sldId="406"/>
            <ac:spMk id="17" creationId="{A17B5DF0-3129-3162-4DA8-2F44A02AA871}"/>
          </ac:spMkLst>
        </pc:spChg>
        <pc:picChg chg="add del mod modCrop">
          <ac:chgData name="Karthika S" userId="b5c33743-44d5-468d-b941-eaecd76575be" providerId="ADAL" clId="{6AADB5A3-31E6-4DBD-B3C9-8FD74B8D73F9}" dt="2025-09-06T17:28:10.270" v="379" actId="478"/>
          <ac:picMkLst>
            <pc:docMk/>
            <pc:sldMk cId="593794928" sldId="406"/>
            <ac:picMk id="5" creationId="{7E16D122-ADB3-8592-CD98-8516D66ADD26}"/>
          </ac:picMkLst>
        </pc:picChg>
        <pc:picChg chg="add mod">
          <ac:chgData name="Karthika S" userId="b5c33743-44d5-468d-b941-eaecd76575be" providerId="ADAL" clId="{6AADB5A3-31E6-4DBD-B3C9-8FD74B8D73F9}" dt="2025-09-06T17:32:58.422" v="476" actId="1036"/>
          <ac:picMkLst>
            <pc:docMk/>
            <pc:sldMk cId="593794928" sldId="406"/>
            <ac:picMk id="7" creationId="{C086F927-966F-B5AE-6E0C-4B11B376983B}"/>
          </ac:picMkLst>
        </pc:picChg>
        <pc:picChg chg="add del mod">
          <ac:chgData name="Karthika S" userId="b5c33743-44d5-468d-b941-eaecd76575be" providerId="ADAL" clId="{6AADB5A3-31E6-4DBD-B3C9-8FD74B8D73F9}" dt="2025-09-06T17:29:00.694" v="387" actId="478"/>
          <ac:picMkLst>
            <pc:docMk/>
            <pc:sldMk cId="593794928" sldId="406"/>
            <ac:picMk id="9" creationId="{53E7CDCD-C65C-1F5D-6E0B-08EC6AB984FC}"/>
          </ac:picMkLst>
        </pc:picChg>
        <pc:picChg chg="add mod">
          <ac:chgData name="Karthika S" userId="b5c33743-44d5-468d-b941-eaecd76575be" providerId="ADAL" clId="{6AADB5A3-31E6-4DBD-B3C9-8FD74B8D73F9}" dt="2025-09-06T17:28:16.529" v="382" actId="1076"/>
          <ac:picMkLst>
            <pc:docMk/>
            <pc:sldMk cId="593794928" sldId="406"/>
            <ac:picMk id="11" creationId="{851B367C-5844-96E5-29C8-A2C0FE6BC3F3}"/>
          </ac:picMkLst>
        </pc:picChg>
        <pc:picChg chg="add mod">
          <ac:chgData name="Karthika S" userId="b5c33743-44d5-468d-b941-eaecd76575be" providerId="ADAL" clId="{6AADB5A3-31E6-4DBD-B3C9-8FD74B8D73F9}" dt="2025-09-06T17:28:59.433" v="386" actId="1076"/>
          <ac:picMkLst>
            <pc:docMk/>
            <pc:sldMk cId="593794928" sldId="406"/>
            <ac:picMk id="13" creationId="{4D3DA781-5701-4237-54F0-EA9604AC93EB}"/>
          </ac:picMkLst>
        </pc:picChg>
        <pc:picChg chg="add mod modCrop">
          <ac:chgData name="Karthika S" userId="b5c33743-44d5-468d-b941-eaecd76575be" providerId="ADAL" clId="{6AADB5A3-31E6-4DBD-B3C9-8FD74B8D73F9}" dt="2025-09-06T17:32:43.153" v="448" actId="1076"/>
          <ac:picMkLst>
            <pc:docMk/>
            <pc:sldMk cId="593794928" sldId="406"/>
            <ac:picMk id="15" creationId="{30676056-E1CD-9AD1-8A59-ED46D9B79B6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AB0FF3E-45F1-43B8-B345-4BDBBF07A7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en-IN"/>
          </a:p>
        </p:txBody>
      </p:sp>
      <p:sp>
        <p:nvSpPr>
          <p:cNvPr id="3" name="Date Placeholder 2">
            <a:extLst>
              <a:ext uri="{FF2B5EF4-FFF2-40B4-BE49-F238E27FC236}">
                <a16:creationId xmlns:a16="http://schemas.microsoft.com/office/drawing/2014/main" id="{92DF9A75-C077-45A9-825E-C6B04B240261}"/>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FC76006B-1609-407B-B4DF-18FB2F915E3A}" type="datetimeFigureOut">
              <a:rPr lang="en-IN"/>
              <a:pPr>
                <a:defRPr/>
              </a:pPr>
              <a:t>06-09-2025</a:t>
            </a:fld>
            <a:endParaRPr lang="en-IN"/>
          </a:p>
        </p:txBody>
      </p:sp>
      <p:sp>
        <p:nvSpPr>
          <p:cNvPr id="4" name="Slide Image Placeholder 3">
            <a:extLst>
              <a:ext uri="{FF2B5EF4-FFF2-40B4-BE49-F238E27FC236}">
                <a16:creationId xmlns:a16="http://schemas.microsoft.com/office/drawing/2014/main" id="{B044B7DB-FF18-4A40-95A7-12719871AEC5}"/>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A0B1F00B-FA20-45A0-A39A-D2F9BA9BC8AA}"/>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D1AAE3A7-313B-45A8-AABB-7D725AC4821A}"/>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en-IN"/>
          </a:p>
        </p:txBody>
      </p:sp>
      <p:sp>
        <p:nvSpPr>
          <p:cNvPr id="7" name="Slide Number Placeholder 6">
            <a:extLst>
              <a:ext uri="{FF2B5EF4-FFF2-40B4-BE49-F238E27FC236}">
                <a16:creationId xmlns:a16="http://schemas.microsoft.com/office/drawing/2014/main" id="{2F5BA41B-7414-4071-80A8-BD8925D2397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8E2244FC-7632-47D8-9188-518A72FB3A93}" type="slidenum">
              <a:rPr lang="en-IN"/>
              <a:pPr>
                <a:defRPr/>
              </a:pPr>
              <a:t>‹#›</a:t>
            </a:fld>
            <a:endParaRPr lang="en-I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80D0A25C-BBA7-4C07-85D4-8127069AFCB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BB1C32B4-B99F-4B38-8D2C-C7DB36F7BACE}" type="slidenum">
              <a:rPr lang="en-US" altLang="en-US" smtClean="0">
                <a:solidFill>
                  <a:srgbClr val="FFFFFF"/>
                </a:solidFill>
                <a:ea typeface="Microsoft YaHei" panose="020B0503020204020204" pitchFamily="34" charset="-122"/>
                <a:cs typeface="Arial" panose="020B0604020202020204" pitchFamily="34" charset="0"/>
              </a:rPr>
              <a:pPr fontAlgn="base">
                <a:spcBef>
                  <a:spcPct val="0"/>
                </a:spcBef>
                <a:spcAft>
                  <a:spcPct val="0"/>
                </a:spcAft>
              </a:pPr>
              <a:t>1</a:t>
            </a:fld>
            <a:endParaRPr lang="en-US" altLang="en-US">
              <a:solidFill>
                <a:srgbClr val="FFFFFF"/>
              </a:solidFill>
              <a:ea typeface="Microsoft YaHei" panose="020B0503020204020204" pitchFamily="34" charset="-122"/>
              <a:cs typeface="Arial" panose="020B0604020202020204" pitchFamily="34" charset="0"/>
            </a:endParaRPr>
          </a:p>
        </p:txBody>
      </p:sp>
      <p:sp>
        <p:nvSpPr>
          <p:cNvPr id="4099" name="Rectangle 2">
            <a:extLst>
              <a:ext uri="{FF2B5EF4-FFF2-40B4-BE49-F238E27FC236}">
                <a16:creationId xmlns:a16="http://schemas.microsoft.com/office/drawing/2014/main" id="{56EBBCFE-8E96-47C3-B77E-8D9F8486049C}"/>
              </a:ext>
            </a:extLst>
          </p:cNvPr>
          <p:cNvSpPr>
            <a:spLocks noGrp="1" noRot="1" noChangeAspect="1" noChangeArrowheads="1" noTextEdit="1"/>
          </p:cNvSpPr>
          <p:nvPr>
            <p:ph type="sldImg"/>
          </p:nvPr>
        </p:nvSpPr>
        <p:spPr bwMode="auto">
          <a:xfrm>
            <a:off x="2830513" y="566738"/>
            <a:ext cx="5037137" cy="283368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0" name="Rectangle 3">
            <a:extLst>
              <a:ext uri="{FF2B5EF4-FFF2-40B4-BE49-F238E27FC236}">
                <a16:creationId xmlns:a16="http://schemas.microsoft.com/office/drawing/2014/main" id="{C340F232-9272-4D30-B1C5-19585A2A4AAE}"/>
              </a:ext>
            </a:extLst>
          </p:cNvPr>
          <p:cNvSpPr>
            <a:spLocks noGrp="1" noChangeArrowheads="1"/>
          </p:cNvSpPr>
          <p:nvPr>
            <p:ph type="body" idx="1"/>
          </p:nvPr>
        </p:nvSpPr>
        <p:spPr bwMode="auto">
          <a:xfrm>
            <a:off x="1425575" y="3589338"/>
            <a:ext cx="7842250" cy="3400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73214" indent="0" algn="ctr">
              <a:buNone/>
              <a:defRPr/>
            </a:lvl2pPr>
            <a:lvl3pPr marL="946429" indent="0" algn="ctr">
              <a:buNone/>
              <a:defRPr/>
            </a:lvl3pPr>
            <a:lvl4pPr marL="1419643" indent="0" algn="ctr">
              <a:buNone/>
              <a:defRPr/>
            </a:lvl4pPr>
            <a:lvl5pPr marL="1892858" indent="0" algn="ctr">
              <a:buNone/>
              <a:defRPr/>
            </a:lvl5pPr>
            <a:lvl6pPr marL="2366071" indent="0" algn="ctr">
              <a:buNone/>
              <a:defRPr/>
            </a:lvl6pPr>
            <a:lvl7pPr marL="2839286" indent="0" algn="ctr">
              <a:buNone/>
              <a:defRPr/>
            </a:lvl7pPr>
            <a:lvl8pPr marL="3312500" indent="0" algn="ctr">
              <a:buNone/>
              <a:defRPr/>
            </a:lvl8pPr>
            <a:lvl9pPr marL="3785715" indent="0" algn="ctr">
              <a:buNone/>
              <a:defRPr/>
            </a:lvl9pPr>
          </a:lstStyle>
          <a:p>
            <a:r>
              <a:rPr lang="en-US"/>
              <a:t>Click to edit Master subtitle style</a:t>
            </a:r>
          </a:p>
        </p:txBody>
      </p:sp>
      <p:sp>
        <p:nvSpPr>
          <p:cNvPr id="4" name="Slide Number Placeholder 1">
            <a:extLst>
              <a:ext uri="{FF2B5EF4-FFF2-40B4-BE49-F238E27FC236}">
                <a16:creationId xmlns:a16="http://schemas.microsoft.com/office/drawing/2014/main" id="{E1A18FDD-F8FB-48EC-81A5-05675859B259}"/>
              </a:ext>
            </a:extLst>
          </p:cNvPr>
          <p:cNvSpPr>
            <a:spLocks noGrp="1" noChangeArrowheads="1"/>
          </p:cNvSpPr>
          <p:nvPr>
            <p:ph type="sldNum" sz="quarter" idx="10"/>
          </p:nvPr>
        </p:nvSpPr>
        <p:spPr>
          <a:ln/>
        </p:spPr>
        <p:txBody>
          <a:bodyPr/>
          <a:lstStyle>
            <a:lvl1pPr>
              <a:defRPr/>
            </a:lvl1pPr>
          </a:lstStyle>
          <a:p>
            <a:pPr>
              <a:defRPr/>
            </a:pPr>
            <a:fld id="{C8EB7D1E-6DF6-4752-A710-C2698E234EA9}" type="slidenum">
              <a:rPr lang="en-US" altLang="en-US"/>
              <a:pPr>
                <a:defRPr/>
              </a:pPr>
              <a:t>‹#›</a:t>
            </a:fld>
            <a:endParaRPr lang="en-US" altLang="en-US"/>
          </a:p>
        </p:txBody>
      </p:sp>
    </p:spTree>
    <p:extLst>
      <p:ext uri="{BB962C8B-B14F-4D97-AF65-F5344CB8AC3E}">
        <p14:creationId xmlns:p14="http://schemas.microsoft.com/office/powerpoint/2010/main" val="2695310849"/>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
            <a:extLst>
              <a:ext uri="{FF2B5EF4-FFF2-40B4-BE49-F238E27FC236}">
                <a16:creationId xmlns:a16="http://schemas.microsoft.com/office/drawing/2014/main" id="{7A3B895D-DF92-43DD-AE17-443AF10090C4}"/>
              </a:ext>
            </a:extLst>
          </p:cNvPr>
          <p:cNvSpPr>
            <a:spLocks noGrp="1" noChangeArrowheads="1"/>
          </p:cNvSpPr>
          <p:nvPr>
            <p:ph type="sldNum" sz="quarter" idx="10"/>
          </p:nvPr>
        </p:nvSpPr>
        <p:spPr>
          <a:ln/>
        </p:spPr>
        <p:txBody>
          <a:bodyPr/>
          <a:lstStyle>
            <a:lvl1pPr>
              <a:defRPr/>
            </a:lvl1pPr>
          </a:lstStyle>
          <a:p>
            <a:pPr>
              <a:defRPr/>
            </a:pPr>
            <a:fld id="{F6F67F06-8C13-4734-9C58-547A6022B2C5}" type="slidenum">
              <a:rPr lang="en-US" altLang="en-US"/>
              <a:pPr>
                <a:defRPr/>
              </a:pPr>
              <a:t>‹#›</a:t>
            </a:fld>
            <a:endParaRPr lang="en-US" altLang="en-US"/>
          </a:p>
        </p:txBody>
      </p:sp>
    </p:spTree>
    <p:extLst>
      <p:ext uri="{BB962C8B-B14F-4D97-AF65-F5344CB8AC3E}">
        <p14:creationId xmlns:p14="http://schemas.microsoft.com/office/powerpoint/2010/main" val="3665036865"/>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175" b="1" cap="all"/>
            </a:lvl1pPr>
          </a:lstStyle>
          <a:p>
            <a:r>
              <a:rPr lang="en-US"/>
              <a:t>Click to edit Master title style</a:t>
            </a:r>
          </a:p>
        </p:txBody>
      </p:sp>
      <p:sp>
        <p:nvSpPr>
          <p:cNvPr id="3" name="Text Placeholder 2"/>
          <p:cNvSpPr>
            <a:spLocks noGrp="1"/>
          </p:cNvSpPr>
          <p:nvPr>
            <p:ph type="body" idx="1"/>
          </p:nvPr>
        </p:nvSpPr>
        <p:spPr>
          <a:xfrm>
            <a:off x="963084" y="2906714"/>
            <a:ext cx="10363200" cy="1500187"/>
          </a:xfrm>
        </p:spPr>
        <p:txBody>
          <a:bodyPr anchor="b"/>
          <a:lstStyle>
            <a:lvl1pPr marL="0" indent="0">
              <a:buNone/>
              <a:defRPr sz="2087"/>
            </a:lvl1pPr>
            <a:lvl2pPr marL="473214" indent="0">
              <a:buNone/>
              <a:defRPr sz="1906"/>
            </a:lvl2pPr>
            <a:lvl3pPr marL="946429" indent="0">
              <a:buNone/>
              <a:defRPr sz="1634"/>
            </a:lvl3pPr>
            <a:lvl4pPr marL="1419643" indent="0">
              <a:buNone/>
              <a:defRPr sz="1452"/>
            </a:lvl4pPr>
            <a:lvl5pPr marL="1892858" indent="0">
              <a:buNone/>
              <a:defRPr sz="1452"/>
            </a:lvl5pPr>
            <a:lvl6pPr marL="2366071" indent="0">
              <a:buNone/>
              <a:defRPr sz="1452"/>
            </a:lvl6pPr>
            <a:lvl7pPr marL="2839286" indent="0">
              <a:buNone/>
              <a:defRPr sz="1452"/>
            </a:lvl7pPr>
            <a:lvl8pPr marL="3312500" indent="0">
              <a:buNone/>
              <a:defRPr sz="1452"/>
            </a:lvl8pPr>
            <a:lvl9pPr marL="3785715" indent="0">
              <a:buNone/>
              <a:defRPr sz="1452"/>
            </a:lvl9pPr>
          </a:lstStyle>
          <a:p>
            <a:pPr lvl="0"/>
            <a:r>
              <a:rPr lang="en-US"/>
              <a:t>Click to edit Master text styles</a:t>
            </a:r>
          </a:p>
        </p:txBody>
      </p:sp>
      <p:sp>
        <p:nvSpPr>
          <p:cNvPr id="4" name="Slide Number Placeholder 1">
            <a:extLst>
              <a:ext uri="{FF2B5EF4-FFF2-40B4-BE49-F238E27FC236}">
                <a16:creationId xmlns:a16="http://schemas.microsoft.com/office/drawing/2014/main" id="{43935024-D5B8-4870-8B59-743A525F27A7}"/>
              </a:ext>
            </a:extLst>
          </p:cNvPr>
          <p:cNvSpPr>
            <a:spLocks noGrp="1" noChangeArrowheads="1"/>
          </p:cNvSpPr>
          <p:nvPr>
            <p:ph type="sldNum" sz="quarter" idx="10"/>
          </p:nvPr>
        </p:nvSpPr>
        <p:spPr>
          <a:ln/>
        </p:spPr>
        <p:txBody>
          <a:bodyPr/>
          <a:lstStyle>
            <a:lvl1pPr>
              <a:defRPr/>
            </a:lvl1pPr>
          </a:lstStyle>
          <a:p>
            <a:pPr>
              <a:defRPr/>
            </a:pPr>
            <a:fld id="{C6B8AA0B-A091-4E4F-BAA0-ED98D21E9ECD}" type="slidenum">
              <a:rPr lang="en-US" altLang="en-US"/>
              <a:pPr>
                <a:defRPr/>
              </a:pPr>
              <a:t>‹#›</a:t>
            </a:fld>
            <a:endParaRPr lang="en-US" altLang="en-US"/>
          </a:p>
        </p:txBody>
      </p:sp>
    </p:spTree>
    <p:extLst>
      <p:ext uri="{BB962C8B-B14F-4D97-AF65-F5344CB8AC3E}">
        <p14:creationId xmlns:p14="http://schemas.microsoft.com/office/powerpoint/2010/main" val="3722620457"/>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295401"/>
            <a:ext cx="5384800" cy="4830763"/>
          </a:xfrm>
        </p:spPr>
        <p:txBody>
          <a:bodyPr/>
          <a:lstStyle>
            <a:lvl1pPr>
              <a:defRPr sz="2904"/>
            </a:lvl1pPr>
            <a:lvl2pPr>
              <a:defRPr sz="2451"/>
            </a:lvl2pPr>
            <a:lvl3pPr>
              <a:defRPr sz="2087"/>
            </a:lvl3pPr>
            <a:lvl4pPr>
              <a:defRPr sz="1906"/>
            </a:lvl4pPr>
            <a:lvl5pPr>
              <a:defRPr sz="1906"/>
            </a:lvl5pPr>
            <a:lvl6pPr>
              <a:defRPr sz="1906"/>
            </a:lvl6pPr>
            <a:lvl7pPr>
              <a:defRPr sz="1906"/>
            </a:lvl7pPr>
            <a:lvl8pPr>
              <a:defRPr sz="1906"/>
            </a:lvl8pPr>
            <a:lvl9pPr>
              <a:defRPr sz="190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295401"/>
            <a:ext cx="5384800" cy="4830763"/>
          </a:xfrm>
        </p:spPr>
        <p:txBody>
          <a:bodyPr/>
          <a:lstStyle>
            <a:lvl1pPr>
              <a:defRPr sz="2904"/>
            </a:lvl1pPr>
            <a:lvl2pPr>
              <a:defRPr sz="2451"/>
            </a:lvl2pPr>
            <a:lvl3pPr>
              <a:defRPr sz="2087"/>
            </a:lvl3pPr>
            <a:lvl4pPr>
              <a:defRPr sz="1906"/>
            </a:lvl4pPr>
            <a:lvl5pPr>
              <a:defRPr sz="1906"/>
            </a:lvl5pPr>
            <a:lvl6pPr>
              <a:defRPr sz="1906"/>
            </a:lvl6pPr>
            <a:lvl7pPr>
              <a:defRPr sz="1906"/>
            </a:lvl7pPr>
            <a:lvl8pPr>
              <a:defRPr sz="1906"/>
            </a:lvl8pPr>
            <a:lvl9pPr>
              <a:defRPr sz="190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1">
            <a:extLst>
              <a:ext uri="{FF2B5EF4-FFF2-40B4-BE49-F238E27FC236}">
                <a16:creationId xmlns:a16="http://schemas.microsoft.com/office/drawing/2014/main" id="{7C2577CE-8A3A-4487-A5F7-3588E8D3B83B}"/>
              </a:ext>
            </a:extLst>
          </p:cNvPr>
          <p:cNvSpPr>
            <a:spLocks noGrp="1" noChangeArrowheads="1"/>
          </p:cNvSpPr>
          <p:nvPr>
            <p:ph type="sldNum" sz="quarter" idx="10"/>
          </p:nvPr>
        </p:nvSpPr>
        <p:spPr>
          <a:ln/>
        </p:spPr>
        <p:txBody>
          <a:bodyPr/>
          <a:lstStyle>
            <a:lvl1pPr>
              <a:defRPr/>
            </a:lvl1pPr>
          </a:lstStyle>
          <a:p>
            <a:pPr>
              <a:defRPr/>
            </a:pPr>
            <a:fld id="{6D985FED-0574-4120-A240-E2935F6A5329}" type="slidenum">
              <a:rPr lang="en-US" altLang="en-US"/>
              <a:pPr>
                <a:defRPr/>
              </a:pPr>
              <a:t>‹#›</a:t>
            </a:fld>
            <a:endParaRPr lang="en-US" altLang="en-US"/>
          </a:p>
        </p:txBody>
      </p:sp>
    </p:spTree>
    <p:extLst>
      <p:ext uri="{BB962C8B-B14F-4D97-AF65-F5344CB8AC3E}">
        <p14:creationId xmlns:p14="http://schemas.microsoft.com/office/powerpoint/2010/main" val="108622962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1" y="1535113"/>
            <a:ext cx="5386917" cy="639762"/>
          </a:xfrm>
        </p:spPr>
        <p:txBody>
          <a:bodyPr anchor="b"/>
          <a:lstStyle>
            <a:lvl1pPr marL="0" indent="0">
              <a:buNone/>
              <a:defRPr sz="2451" b="1"/>
            </a:lvl1pPr>
            <a:lvl2pPr marL="473214" indent="0">
              <a:buNone/>
              <a:defRPr sz="2087" b="1"/>
            </a:lvl2pPr>
            <a:lvl3pPr marL="946429" indent="0">
              <a:buNone/>
              <a:defRPr sz="1906" b="1"/>
            </a:lvl3pPr>
            <a:lvl4pPr marL="1419643" indent="0">
              <a:buNone/>
              <a:defRPr sz="1634" b="1"/>
            </a:lvl4pPr>
            <a:lvl5pPr marL="1892858" indent="0">
              <a:buNone/>
              <a:defRPr sz="1634" b="1"/>
            </a:lvl5pPr>
            <a:lvl6pPr marL="2366071" indent="0">
              <a:buNone/>
              <a:defRPr sz="1634" b="1"/>
            </a:lvl6pPr>
            <a:lvl7pPr marL="2839286" indent="0">
              <a:buNone/>
              <a:defRPr sz="1634" b="1"/>
            </a:lvl7pPr>
            <a:lvl8pPr marL="3312500" indent="0">
              <a:buNone/>
              <a:defRPr sz="1634" b="1"/>
            </a:lvl8pPr>
            <a:lvl9pPr marL="3785715" indent="0">
              <a:buNone/>
              <a:defRPr sz="1634" b="1"/>
            </a:lvl9pPr>
          </a:lstStyle>
          <a:p>
            <a:pPr lvl="0"/>
            <a:r>
              <a:rPr lang="en-US"/>
              <a:t>Click to edit Master text styles</a:t>
            </a:r>
          </a:p>
        </p:txBody>
      </p:sp>
      <p:sp>
        <p:nvSpPr>
          <p:cNvPr id="4" name="Content Placeholder 3"/>
          <p:cNvSpPr>
            <a:spLocks noGrp="1"/>
          </p:cNvSpPr>
          <p:nvPr>
            <p:ph sz="half" idx="2"/>
          </p:nvPr>
        </p:nvSpPr>
        <p:spPr>
          <a:xfrm>
            <a:off x="609601" y="2174875"/>
            <a:ext cx="5386917" cy="3951288"/>
          </a:xfrm>
        </p:spPr>
        <p:txBody>
          <a:bodyPr/>
          <a:lstStyle>
            <a:lvl1pPr>
              <a:defRPr sz="2451"/>
            </a:lvl1pPr>
            <a:lvl2pPr>
              <a:defRPr sz="2087"/>
            </a:lvl2pPr>
            <a:lvl3pPr>
              <a:defRPr sz="1906"/>
            </a:lvl3pPr>
            <a:lvl4pPr>
              <a:defRPr sz="1634"/>
            </a:lvl4pPr>
            <a:lvl5pPr>
              <a:defRPr sz="1634"/>
            </a:lvl5pPr>
            <a:lvl6pPr>
              <a:defRPr sz="1634"/>
            </a:lvl6pPr>
            <a:lvl7pPr>
              <a:defRPr sz="1634"/>
            </a:lvl7pPr>
            <a:lvl8pPr>
              <a:defRPr sz="1634"/>
            </a:lvl8pPr>
            <a:lvl9pPr>
              <a:defRPr sz="163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51" b="1"/>
            </a:lvl1pPr>
            <a:lvl2pPr marL="473214" indent="0">
              <a:buNone/>
              <a:defRPr sz="2087" b="1"/>
            </a:lvl2pPr>
            <a:lvl3pPr marL="946429" indent="0">
              <a:buNone/>
              <a:defRPr sz="1906" b="1"/>
            </a:lvl3pPr>
            <a:lvl4pPr marL="1419643" indent="0">
              <a:buNone/>
              <a:defRPr sz="1634" b="1"/>
            </a:lvl4pPr>
            <a:lvl5pPr marL="1892858" indent="0">
              <a:buNone/>
              <a:defRPr sz="1634" b="1"/>
            </a:lvl5pPr>
            <a:lvl6pPr marL="2366071" indent="0">
              <a:buNone/>
              <a:defRPr sz="1634" b="1"/>
            </a:lvl6pPr>
            <a:lvl7pPr marL="2839286" indent="0">
              <a:buNone/>
              <a:defRPr sz="1634" b="1"/>
            </a:lvl7pPr>
            <a:lvl8pPr marL="3312500" indent="0">
              <a:buNone/>
              <a:defRPr sz="1634" b="1"/>
            </a:lvl8pPr>
            <a:lvl9pPr marL="3785715" indent="0">
              <a:buNone/>
              <a:defRPr sz="1634"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51"/>
            </a:lvl1pPr>
            <a:lvl2pPr>
              <a:defRPr sz="2087"/>
            </a:lvl2pPr>
            <a:lvl3pPr>
              <a:defRPr sz="1906"/>
            </a:lvl3pPr>
            <a:lvl4pPr>
              <a:defRPr sz="1634"/>
            </a:lvl4pPr>
            <a:lvl5pPr>
              <a:defRPr sz="1634"/>
            </a:lvl5pPr>
            <a:lvl6pPr>
              <a:defRPr sz="1634"/>
            </a:lvl6pPr>
            <a:lvl7pPr>
              <a:defRPr sz="1634"/>
            </a:lvl7pPr>
            <a:lvl8pPr>
              <a:defRPr sz="1634"/>
            </a:lvl8pPr>
            <a:lvl9pPr>
              <a:defRPr sz="163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
            <a:extLst>
              <a:ext uri="{FF2B5EF4-FFF2-40B4-BE49-F238E27FC236}">
                <a16:creationId xmlns:a16="http://schemas.microsoft.com/office/drawing/2014/main" id="{A6284437-A0FA-4DDB-8D39-CDCFBCC4E14D}"/>
              </a:ext>
            </a:extLst>
          </p:cNvPr>
          <p:cNvSpPr>
            <a:spLocks noGrp="1" noChangeArrowheads="1"/>
          </p:cNvSpPr>
          <p:nvPr>
            <p:ph type="sldNum" sz="quarter" idx="10"/>
          </p:nvPr>
        </p:nvSpPr>
        <p:spPr>
          <a:ln/>
        </p:spPr>
        <p:txBody>
          <a:bodyPr/>
          <a:lstStyle>
            <a:lvl1pPr>
              <a:defRPr/>
            </a:lvl1pPr>
          </a:lstStyle>
          <a:p>
            <a:pPr>
              <a:defRPr/>
            </a:pPr>
            <a:fld id="{F9B00822-6C0F-4025-8441-8D8FC90BB7B0}" type="slidenum">
              <a:rPr lang="en-US" altLang="en-US"/>
              <a:pPr>
                <a:defRPr/>
              </a:pPr>
              <a:t>‹#›</a:t>
            </a:fld>
            <a:endParaRPr lang="en-US" altLang="en-US"/>
          </a:p>
        </p:txBody>
      </p:sp>
    </p:spTree>
    <p:extLst>
      <p:ext uri="{BB962C8B-B14F-4D97-AF65-F5344CB8AC3E}">
        <p14:creationId xmlns:p14="http://schemas.microsoft.com/office/powerpoint/2010/main" val="154678081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1">
            <a:extLst>
              <a:ext uri="{FF2B5EF4-FFF2-40B4-BE49-F238E27FC236}">
                <a16:creationId xmlns:a16="http://schemas.microsoft.com/office/drawing/2014/main" id="{DD55447C-A63C-4484-8308-49E194F098E7}"/>
              </a:ext>
            </a:extLst>
          </p:cNvPr>
          <p:cNvSpPr>
            <a:spLocks noGrp="1" noChangeArrowheads="1"/>
          </p:cNvSpPr>
          <p:nvPr>
            <p:ph type="sldNum" sz="quarter" idx="10"/>
          </p:nvPr>
        </p:nvSpPr>
        <p:spPr>
          <a:ln/>
        </p:spPr>
        <p:txBody>
          <a:bodyPr/>
          <a:lstStyle>
            <a:lvl1pPr>
              <a:defRPr/>
            </a:lvl1pPr>
          </a:lstStyle>
          <a:p>
            <a:pPr>
              <a:defRPr/>
            </a:pPr>
            <a:fld id="{7156E37C-1A5F-4EF7-9F92-22A8DF3998CF}" type="slidenum">
              <a:rPr lang="en-US" altLang="en-US"/>
              <a:pPr>
                <a:defRPr/>
              </a:pPr>
              <a:t>‹#›</a:t>
            </a:fld>
            <a:endParaRPr lang="en-US" altLang="en-US"/>
          </a:p>
        </p:txBody>
      </p:sp>
    </p:spTree>
    <p:extLst>
      <p:ext uri="{BB962C8B-B14F-4D97-AF65-F5344CB8AC3E}">
        <p14:creationId xmlns:p14="http://schemas.microsoft.com/office/powerpoint/2010/main" val="1390032649"/>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2869FC-9EBE-402F-9172-5BEBC6D924FC}"/>
              </a:ext>
            </a:extLst>
          </p:cNvPr>
          <p:cNvSpPr>
            <a:spLocks noGrp="1" noChangeArrowheads="1"/>
          </p:cNvSpPr>
          <p:nvPr>
            <p:ph type="sldNum" sz="quarter" idx="10"/>
          </p:nvPr>
        </p:nvSpPr>
        <p:spPr>
          <a:ln/>
        </p:spPr>
        <p:txBody>
          <a:bodyPr/>
          <a:lstStyle>
            <a:lvl1pPr>
              <a:defRPr/>
            </a:lvl1pPr>
          </a:lstStyle>
          <a:p>
            <a:pPr>
              <a:defRPr/>
            </a:pPr>
            <a:fld id="{11B9B762-0D60-4608-B2B1-52C0A3250B1D}" type="slidenum">
              <a:rPr lang="en-US" altLang="en-US"/>
              <a:pPr>
                <a:defRPr/>
              </a:pPr>
              <a:t>‹#›</a:t>
            </a:fld>
            <a:endParaRPr lang="en-US" altLang="en-US"/>
          </a:p>
        </p:txBody>
      </p:sp>
    </p:spTree>
    <p:extLst>
      <p:ext uri="{BB962C8B-B14F-4D97-AF65-F5344CB8AC3E}">
        <p14:creationId xmlns:p14="http://schemas.microsoft.com/office/powerpoint/2010/main" val="1491488824"/>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1"/>
            <a:ext cx="4011084" cy="1162050"/>
          </a:xfrm>
        </p:spPr>
        <p:txBody>
          <a:bodyPr anchor="b"/>
          <a:lstStyle>
            <a:lvl1pPr algn="l">
              <a:defRPr sz="2087"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67"/>
            </a:lvl1pPr>
            <a:lvl2pPr>
              <a:defRPr sz="2904"/>
            </a:lvl2pPr>
            <a:lvl3pPr>
              <a:defRPr sz="2451"/>
            </a:lvl3pPr>
            <a:lvl4pPr>
              <a:defRPr sz="2087"/>
            </a:lvl4pPr>
            <a:lvl5pPr>
              <a:defRPr sz="2087"/>
            </a:lvl5pPr>
            <a:lvl6pPr>
              <a:defRPr sz="2087"/>
            </a:lvl6pPr>
            <a:lvl7pPr>
              <a:defRPr sz="2087"/>
            </a:lvl7pPr>
            <a:lvl8pPr>
              <a:defRPr sz="2087"/>
            </a:lvl8pPr>
            <a:lvl9pPr>
              <a:defRPr sz="20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0"/>
            <a:ext cx="4011084" cy="4691063"/>
          </a:xfrm>
        </p:spPr>
        <p:txBody>
          <a:bodyPr/>
          <a:lstStyle>
            <a:lvl1pPr marL="0" indent="0">
              <a:buNone/>
              <a:defRPr sz="1452"/>
            </a:lvl1pPr>
            <a:lvl2pPr marL="473214" indent="0">
              <a:buNone/>
              <a:defRPr sz="1271"/>
            </a:lvl2pPr>
            <a:lvl3pPr marL="946429" indent="0">
              <a:buNone/>
              <a:defRPr sz="998"/>
            </a:lvl3pPr>
            <a:lvl4pPr marL="1419643" indent="0">
              <a:buNone/>
              <a:defRPr sz="908"/>
            </a:lvl4pPr>
            <a:lvl5pPr marL="1892858" indent="0">
              <a:buNone/>
              <a:defRPr sz="908"/>
            </a:lvl5pPr>
            <a:lvl6pPr marL="2366071" indent="0">
              <a:buNone/>
              <a:defRPr sz="908"/>
            </a:lvl6pPr>
            <a:lvl7pPr marL="2839286" indent="0">
              <a:buNone/>
              <a:defRPr sz="908"/>
            </a:lvl7pPr>
            <a:lvl8pPr marL="3312500" indent="0">
              <a:buNone/>
              <a:defRPr sz="908"/>
            </a:lvl8pPr>
            <a:lvl9pPr marL="3785715" indent="0">
              <a:buNone/>
              <a:defRPr sz="908"/>
            </a:lvl9pPr>
          </a:lstStyle>
          <a:p>
            <a:pPr lvl="0"/>
            <a:r>
              <a:rPr lang="en-US"/>
              <a:t>Click to edit Master text styles</a:t>
            </a:r>
          </a:p>
        </p:txBody>
      </p:sp>
      <p:sp>
        <p:nvSpPr>
          <p:cNvPr id="5" name="Slide Number Placeholder 1">
            <a:extLst>
              <a:ext uri="{FF2B5EF4-FFF2-40B4-BE49-F238E27FC236}">
                <a16:creationId xmlns:a16="http://schemas.microsoft.com/office/drawing/2014/main" id="{39D19E17-DE14-4EBE-B440-EE5855B14E61}"/>
              </a:ext>
            </a:extLst>
          </p:cNvPr>
          <p:cNvSpPr>
            <a:spLocks noGrp="1" noChangeArrowheads="1"/>
          </p:cNvSpPr>
          <p:nvPr>
            <p:ph type="sldNum" sz="quarter" idx="10"/>
          </p:nvPr>
        </p:nvSpPr>
        <p:spPr>
          <a:ln/>
        </p:spPr>
        <p:txBody>
          <a:bodyPr/>
          <a:lstStyle>
            <a:lvl1pPr>
              <a:defRPr/>
            </a:lvl1pPr>
          </a:lstStyle>
          <a:p>
            <a:pPr>
              <a:defRPr/>
            </a:pPr>
            <a:fld id="{173E8CE8-157F-48D1-94BC-EA501134D04D}" type="slidenum">
              <a:rPr lang="en-US" altLang="en-US"/>
              <a:pPr>
                <a:defRPr/>
              </a:pPr>
              <a:t>‹#›</a:t>
            </a:fld>
            <a:endParaRPr lang="en-US" altLang="en-US"/>
          </a:p>
        </p:txBody>
      </p:sp>
    </p:spTree>
    <p:extLst>
      <p:ext uri="{BB962C8B-B14F-4D97-AF65-F5344CB8AC3E}">
        <p14:creationId xmlns:p14="http://schemas.microsoft.com/office/powerpoint/2010/main" val="172995792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87"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67"/>
            </a:lvl1pPr>
            <a:lvl2pPr marL="473214" indent="0">
              <a:buNone/>
              <a:defRPr sz="2904"/>
            </a:lvl2pPr>
            <a:lvl3pPr marL="946429" indent="0">
              <a:buNone/>
              <a:defRPr sz="2451"/>
            </a:lvl3pPr>
            <a:lvl4pPr marL="1419643" indent="0">
              <a:buNone/>
              <a:defRPr sz="2087"/>
            </a:lvl4pPr>
            <a:lvl5pPr marL="1892858" indent="0">
              <a:buNone/>
              <a:defRPr sz="2087"/>
            </a:lvl5pPr>
            <a:lvl6pPr marL="2366071" indent="0">
              <a:buNone/>
              <a:defRPr sz="2087"/>
            </a:lvl6pPr>
            <a:lvl7pPr marL="2839286" indent="0">
              <a:buNone/>
              <a:defRPr sz="2087"/>
            </a:lvl7pPr>
            <a:lvl8pPr marL="3312500" indent="0">
              <a:buNone/>
              <a:defRPr sz="2087"/>
            </a:lvl8pPr>
            <a:lvl9pPr marL="3785715" indent="0">
              <a:buNone/>
              <a:defRPr sz="2087"/>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52"/>
            </a:lvl1pPr>
            <a:lvl2pPr marL="473214" indent="0">
              <a:buNone/>
              <a:defRPr sz="1271"/>
            </a:lvl2pPr>
            <a:lvl3pPr marL="946429" indent="0">
              <a:buNone/>
              <a:defRPr sz="998"/>
            </a:lvl3pPr>
            <a:lvl4pPr marL="1419643" indent="0">
              <a:buNone/>
              <a:defRPr sz="908"/>
            </a:lvl4pPr>
            <a:lvl5pPr marL="1892858" indent="0">
              <a:buNone/>
              <a:defRPr sz="908"/>
            </a:lvl5pPr>
            <a:lvl6pPr marL="2366071" indent="0">
              <a:buNone/>
              <a:defRPr sz="908"/>
            </a:lvl6pPr>
            <a:lvl7pPr marL="2839286" indent="0">
              <a:buNone/>
              <a:defRPr sz="908"/>
            </a:lvl7pPr>
            <a:lvl8pPr marL="3312500" indent="0">
              <a:buNone/>
              <a:defRPr sz="908"/>
            </a:lvl8pPr>
            <a:lvl9pPr marL="3785715" indent="0">
              <a:buNone/>
              <a:defRPr sz="908"/>
            </a:lvl9pPr>
          </a:lstStyle>
          <a:p>
            <a:pPr lvl="0"/>
            <a:r>
              <a:rPr lang="en-US"/>
              <a:t>Click to edit Master text styles</a:t>
            </a:r>
          </a:p>
        </p:txBody>
      </p:sp>
      <p:sp>
        <p:nvSpPr>
          <p:cNvPr id="5" name="Slide Number Placeholder 1">
            <a:extLst>
              <a:ext uri="{FF2B5EF4-FFF2-40B4-BE49-F238E27FC236}">
                <a16:creationId xmlns:a16="http://schemas.microsoft.com/office/drawing/2014/main" id="{E14AC197-EF1E-44B4-B518-CE6818673D06}"/>
              </a:ext>
            </a:extLst>
          </p:cNvPr>
          <p:cNvSpPr>
            <a:spLocks noGrp="1" noChangeArrowheads="1"/>
          </p:cNvSpPr>
          <p:nvPr>
            <p:ph type="sldNum" sz="quarter" idx="10"/>
          </p:nvPr>
        </p:nvSpPr>
        <p:spPr>
          <a:ln/>
        </p:spPr>
        <p:txBody>
          <a:bodyPr/>
          <a:lstStyle>
            <a:lvl1pPr>
              <a:defRPr/>
            </a:lvl1pPr>
          </a:lstStyle>
          <a:p>
            <a:pPr>
              <a:defRPr/>
            </a:pPr>
            <a:fld id="{5357A6A4-0C8F-453E-A564-A575F00AFBF4}" type="slidenum">
              <a:rPr lang="en-US" altLang="en-US"/>
              <a:pPr>
                <a:defRPr/>
              </a:pPr>
              <a:t>‹#›</a:t>
            </a:fld>
            <a:endParaRPr lang="en-US" altLang="en-US"/>
          </a:p>
        </p:txBody>
      </p:sp>
    </p:spTree>
    <p:extLst>
      <p:ext uri="{BB962C8B-B14F-4D97-AF65-F5344CB8AC3E}">
        <p14:creationId xmlns:p14="http://schemas.microsoft.com/office/powerpoint/2010/main" val="2912419610"/>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
            <a:extLst>
              <a:ext uri="{FF2B5EF4-FFF2-40B4-BE49-F238E27FC236}">
                <a16:creationId xmlns:a16="http://schemas.microsoft.com/office/drawing/2014/main" id="{4D010446-F860-4F3D-948B-F1CB62DAD8C3}"/>
              </a:ext>
            </a:extLst>
          </p:cNvPr>
          <p:cNvSpPr>
            <a:spLocks noGrp="1" noChangeArrowheads="1"/>
          </p:cNvSpPr>
          <p:nvPr>
            <p:ph type="sldNum" sz="quarter" idx="10"/>
          </p:nvPr>
        </p:nvSpPr>
        <p:spPr>
          <a:ln/>
        </p:spPr>
        <p:txBody>
          <a:bodyPr/>
          <a:lstStyle>
            <a:lvl1pPr>
              <a:defRPr/>
            </a:lvl1pPr>
          </a:lstStyle>
          <a:p>
            <a:pPr>
              <a:defRPr/>
            </a:pPr>
            <a:fld id="{5460BF4A-F59E-4280-A7A6-64CB8CE96F7C}" type="slidenum">
              <a:rPr lang="en-US" altLang="en-US"/>
              <a:pPr>
                <a:defRPr/>
              </a:pPr>
              <a:t>‹#›</a:t>
            </a:fld>
            <a:endParaRPr lang="en-US" altLang="en-US"/>
          </a:p>
        </p:txBody>
      </p:sp>
    </p:spTree>
    <p:extLst>
      <p:ext uri="{BB962C8B-B14F-4D97-AF65-F5344CB8AC3E}">
        <p14:creationId xmlns:p14="http://schemas.microsoft.com/office/powerpoint/2010/main" val="3600916430"/>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3801" y="228601"/>
            <a:ext cx="2768600" cy="5897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8001" y="228601"/>
            <a:ext cx="8102600" cy="58975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
            <a:extLst>
              <a:ext uri="{FF2B5EF4-FFF2-40B4-BE49-F238E27FC236}">
                <a16:creationId xmlns:a16="http://schemas.microsoft.com/office/drawing/2014/main" id="{06C3F708-910D-4DCD-8992-E27117BDD6EB}"/>
              </a:ext>
            </a:extLst>
          </p:cNvPr>
          <p:cNvSpPr>
            <a:spLocks noGrp="1" noChangeArrowheads="1"/>
          </p:cNvSpPr>
          <p:nvPr>
            <p:ph type="sldNum" sz="quarter" idx="10"/>
          </p:nvPr>
        </p:nvSpPr>
        <p:spPr>
          <a:ln/>
        </p:spPr>
        <p:txBody>
          <a:bodyPr/>
          <a:lstStyle>
            <a:lvl1pPr>
              <a:defRPr/>
            </a:lvl1pPr>
          </a:lstStyle>
          <a:p>
            <a:pPr>
              <a:defRPr/>
            </a:pPr>
            <a:fld id="{A6700381-DB6F-4CC2-BA01-AFC70A81282F}" type="slidenum">
              <a:rPr lang="en-US" altLang="en-US"/>
              <a:pPr>
                <a:defRPr/>
              </a:pPr>
              <a:t>‹#›</a:t>
            </a:fld>
            <a:endParaRPr lang="en-US" altLang="en-US"/>
          </a:p>
        </p:txBody>
      </p:sp>
    </p:spTree>
    <p:extLst>
      <p:ext uri="{BB962C8B-B14F-4D97-AF65-F5344CB8AC3E}">
        <p14:creationId xmlns:p14="http://schemas.microsoft.com/office/powerpoint/2010/main" val="4112002332"/>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p:spPr>
        <p:txBody>
          <a:bodyPr/>
          <a:lstStyle>
            <a:lvl1pPr>
              <a:defRPr/>
            </a:lvl1pPr>
          </a:lstStyle>
          <a:p>
            <a:pPr>
              <a:defRPr/>
            </a:pPr>
            <a:endParaRPr lang="en-US"/>
          </a:p>
        </p:txBody>
      </p:sp>
      <p:sp>
        <p:nvSpPr>
          <p:cNvPr id="7" name="Slide Number Placeholder 6"/>
          <p:cNvSpPr>
            <a:spLocks noGrp="1" noChangeArrowheads="1"/>
          </p:cNvSpPr>
          <p:nvPr>
            <p:ph type="sldNum" sz="quarter" idx="12"/>
          </p:nvPr>
        </p:nvSpPr>
        <p:spPr>
          <a:xfrm>
            <a:off x="8737600" y="6245225"/>
            <a:ext cx="2844800" cy="476250"/>
          </a:xfrm>
          <a:prstGeom prst="rect">
            <a:avLst/>
          </a:prstGeom>
        </p:spPr>
        <p:txBody>
          <a:bodyPr/>
          <a:lstStyle>
            <a:lvl1pPr>
              <a:defRPr/>
            </a:lvl1pPr>
          </a:lstStyle>
          <a:p>
            <a:pPr>
              <a:defRPr/>
            </a:pPr>
            <a:fld id="{CD5C265A-1801-4607-8FD4-1BE59D379F41}" type="slidenum">
              <a:rPr lang="en-US"/>
              <a:pPr>
                <a:defRPr/>
              </a:pPr>
              <a:t>‹#›</a:t>
            </a:fld>
            <a:endParaRPr lang="en-US"/>
          </a:p>
        </p:txBody>
      </p:sp>
    </p:spTree>
    <p:extLst>
      <p:ext uri="{BB962C8B-B14F-4D97-AF65-F5344CB8AC3E}">
        <p14:creationId xmlns:p14="http://schemas.microsoft.com/office/powerpoint/2010/main" val="20181137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IN"/>
          </a:p>
        </p:txBody>
      </p:sp>
      <p:sp>
        <p:nvSpPr>
          <p:cNvPr id="3" name="Table Placeholder 2"/>
          <p:cNvSpPr>
            <a:spLocks noGrp="1"/>
          </p:cNvSpPr>
          <p:nvPr>
            <p:ph type="tbl" idx="1"/>
          </p:nvPr>
        </p:nvSpPr>
        <p:spPr>
          <a:xfrm>
            <a:off x="609600" y="1600201"/>
            <a:ext cx="10972800" cy="4525963"/>
          </a:xfrm>
        </p:spPr>
        <p:txBody>
          <a:bodyPr/>
          <a:lstStyle/>
          <a:p>
            <a:pPr lvl="0"/>
            <a:endParaRPr lang="en-IN" noProof="0"/>
          </a:p>
        </p:txBody>
      </p:sp>
      <p:sp>
        <p:nvSpPr>
          <p:cNvPr id="4" name="Date Placeholder 3"/>
          <p:cNvSpPr>
            <a:spLocks noGrp="1" noChangeArrowheads="1"/>
          </p:cNvSpPr>
          <p:nvPr>
            <p:ph type="dt" sz="half" idx="10"/>
          </p:nvPr>
        </p:nvSpPr>
        <p:spPr>
          <a:xfrm>
            <a:off x="609600" y="6245225"/>
            <a:ext cx="2844800" cy="476250"/>
          </a:xfrm>
          <a:prstGeom prst="rect">
            <a:avLst/>
          </a:prstGeom>
        </p:spPr>
        <p:txBody>
          <a:bodyPr/>
          <a:lstStyle>
            <a:lvl1pPr>
              <a:defRPr/>
            </a:lvl1pPr>
          </a:lstStyle>
          <a:p>
            <a:pPr>
              <a:defRPr/>
            </a:pPr>
            <a:endParaRPr lang="en-US"/>
          </a:p>
        </p:txBody>
      </p:sp>
      <p:sp>
        <p:nvSpPr>
          <p:cNvPr id="5" name="Footer Placeholder 4"/>
          <p:cNvSpPr>
            <a:spLocks noGrp="1" noChangeArrowheads="1"/>
          </p:cNvSpPr>
          <p:nvPr>
            <p:ph type="ftr" sz="quarter" idx="11"/>
          </p:nvPr>
        </p:nvSpPr>
        <p:spPr>
          <a:xfrm>
            <a:off x="4165600" y="6245225"/>
            <a:ext cx="3860800" cy="476250"/>
          </a:xfrm>
          <a:prstGeom prst="rect">
            <a:avLst/>
          </a:prstGeom>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xfrm>
            <a:off x="8737600" y="6245225"/>
            <a:ext cx="2844800" cy="476250"/>
          </a:xfrm>
          <a:prstGeom prst="rect">
            <a:avLst/>
          </a:prstGeom>
        </p:spPr>
        <p:txBody>
          <a:bodyPr/>
          <a:lstStyle>
            <a:lvl1pPr>
              <a:defRPr/>
            </a:lvl1pPr>
          </a:lstStyle>
          <a:p>
            <a:pPr>
              <a:defRPr/>
            </a:pPr>
            <a:fld id="{4D0380E1-212F-4AAD-884A-34B1B4AF74B2}" type="slidenum">
              <a:rPr lang="en-US"/>
              <a:pPr>
                <a:defRPr/>
              </a:pPr>
              <a:t>‹#›</a:t>
            </a:fld>
            <a:endParaRPr lang="en-US"/>
          </a:p>
        </p:txBody>
      </p:sp>
    </p:spTree>
    <p:extLst>
      <p:ext uri="{BB962C8B-B14F-4D97-AF65-F5344CB8AC3E}">
        <p14:creationId xmlns:p14="http://schemas.microsoft.com/office/powerpoint/2010/main" val="1973481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Picture 10">
            <a:extLst>
              <a:ext uri="{FF2B5EF4-FFF2-40B4-BE49-F238E27FC236}">
                <a16:creationId xmlns:a16="http://schemas.microsoft.com/office/drawing/2014/main" id="{9D5C5592-86D1-45BD-8CAB-1514CD65981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906000" y="6013450"/>
            <a:ext cx="22352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8" descr="band">
            <a:extLst>
              <a:ext uri="{FF2B5EF4-FFF2-40B4-BE49-F238E27FC236}">
                <a16:creationId xmlns:a16="http://schemas.microsoft.com/office/drawing/2014/main" id="{92F56DA8-85A4-48AA-90D9-986C78D6E57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r="26666"/>
          <a:stretch>
            <a:fillRect/>
          </a:stretch>
        </p:blipFill>
        <p:spPr bwMode="auto">
          <a:xfrm>
            <a:off x="0" y="5867400"/>
            <a:ext cx="89408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2">
            <a:extLst>
              <a:ext uri="{FF2B5EF4-FFF2-40B4-BE49-F238E27FC236}">
                <a16:creationId xmlns:a16="http://schemas.microsoft.com/office/drawing/2014/main" id="{F02E2BB9-25A8-4EFC-9A80-45D5308BFC87}"/>
              </a:ext>
            </a:extLst>
          </p:cNvPr>
          <p:cNvSpPr>
            <a:spLocks noGrp="1" noChangeArrowheads="1"/>
          </p:cNvSpPr>
          <p:nvPr>
            <p:ph type="title"/>
          </p:nvPr>
        </p:nvSpPr>
        <p:spPr bwMode="auto">
          <a:xfrm>
            <a:off x="508000" y="228600"/>
            <a:ext cx="10972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4278" tIns="52139" rIns="104278" bIns="52139" numCol="1" anchor="ctr" anchorCtr="0" compatLnSpc="1">
            <a:prstTxWarp prst="textNoShape">
              <a:avLst/>
            </a:prstTxWarp>
          </a:bodyPr>
          <a:lstStyle/>
          <a:p>
            <a:pPr lvl="0"/>
            <a:r>
              <a:rPr lang="en-US" altLang="en-US"/>
              <a:t>Click to edit Master title style</a:t>
            </a:r>
          </a:p>
        </p:txBody>
      </p:sp>
      <p:sp>
        <p:nvSpPr>
          <p:cNvPr id="1029" name="Rectangle 3">
            <a:extLst>
              <a:ext uri="{FF2B5EF4-FFF2-40B4-BE49-F238E27FC236}">
                <a16:creationId xmlns:a16="http://schemas.microsoft.com/office/drawing/2014/main" id="{75C0A3B0-DB66-4FE7-880F-F027A0AC8652}"/>
              </a:ext>
            </a:extLst>
          </p:cNvPr>
          <p:cNvSpPr>
            <a:spLocks noGrp="1" noChangeArrowheads="1"/>
          </p:cNvSpPr>
          <p:nvPr>
            <p:ph type="body" idx="1"/>
          </p:nvPr>
        </p:nvSpPr>
        <p:spPr bwMode="auto">
          <a:xfrm>
            <a:off x="609600" y="1295400"/>
            <a:ext cx="10972800" cy="483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4278" tIns="52139" rIns="104278" bIns="52139"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78" name="Slide Number Placeholder 1">
            <a:extLst>
              <a:ext uri="{FF2B5EF4-FFF2-40B4-BE49-F238E27FC236}">
                <a16:creationId xmlns:a16="http://schemas.microsoft.com/office/drawing/2014/main" id="{EBBE09C9-ABF4-4A7D-8185-E660A2933271}"/>
              </a:ext>
            </a:extLst>
          </p:cNvPr>
          <p:cNvSpPr>
            <a:spLocks noGrp="1" noChangeArrowheads="1"/>
          </p:cNvSpPr>
          <p:nvPr>
            <p:ph type="sldNum" sz="quarter" idx="4"/>
          </p:nvPr>
        </p:nvSpPr>
        <p:spPr bwMode="auto">
          <a:xfrm>
            <a:off x="11344275" y="914400"/>
            <a:ext cx="812800" cy="365125"/>
          </a:xfrm>
          <a:prstGeom prst="rect">
            <a:avLst/>
          </a:prstGeom>
          <a:noFill/>
          <a:ln w="9525">
            <a:noFill/>
            <a:miter lim="800000"/>
            <a:headEnd/>
            <a:tailEnd/>
          </a:ln>
        </p:spPr>
        <p:txBody>
          <a:bodyPr vert="horz" wrap="square" lIns="104278" tIns="52139" rIns="104278" bIns="52139" numCol="1" anchor="ctr" anchorCtr="0" compatLnSpc="1">
            <a:prstTxWarp prst="textNoShape">
              <a:avLst/>
            </a:prstTxWarp>
          </a:bodyPr>
          <a:lstStyle>
            <a:lvl1pPr algn="r" eaLnBrk="1" fontAlgn="auto" hangingPunct="1">
              <a:spcBef>
                <a:spcPts val="0"/>
              </a:spcBef>
              <a:spcAft>
                <a:spcPts val="0"/>
              </a:spcAft>
              <a:defRPr sz="1271">
                <a:solidFill>
                  <a:srgbClr val="898989"/>
                </a:solidFill>
                <a:latin typeface="Verdana" panose="020B0604030504040204" pitchFamily="34" charset="0"/>
                <a:ea typeface="+mn-ea"/>
                <a:cs typeface="Arial" panose="020B0604020202020204" pitchFamily="34" charset="0"/>
              </a:defRPr>
            </a:lvl1pPr>
          </a:lstStyle>
          <a:p>
            <a:pPr>
              <a:defRPr/>
            </a:pPr>
            <a:fld id="{BE824012-6F34-4F3D-8476-D88DADBDD4D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p:fade/>
  </p:transition>
  <p:hf sldNum="0" hdr="0" ftr="0" dt="0"/>
  <p:txStyles>
    <p:titleStyle>
      <a:lvl1pPr algn="ctr" rtl="0" eaLnBrk="0" fontAlgn="base" hangingPunct="0">
        <a:spcBef>
          <a:spcPct val="0"/>
        </a:spcBef>
        <a:spcAft>
          <a:spcPct val="0"/>
        </a:spcAft>
        <a:defRPr sz="2900">
          <a:solidFill>
            <a:srgbClr val="1B57B5"/>
          </a:solidFill>
          <a:latin typeface="+mj-lt"/>
          <a:ea typeface="+mj-ea"/>
          <a:cs typeface="MS PGothic" charset="0"/>
        </a:defRPr>
      </a:lvl1pPr>
      <a:lvl2pPr algn="ctr" rtl="0" eaLnBrk="0" fontAlgn="base" hangingPunct="0">
        <a:spcBef>
          <a:spcPct val="0"/>
        </a:spcBef>
        <a:spcAft>
          <a:spcPct val="0"/>
        </a:spcAft>
        <a:defRPr sz="2900">
          <a:solidFill>
            <a:srgbClr val="1B57B5"/>
          </a:solidFill>
          <a:latin typeface="Verdana" pitchFamily="34" charset="0"/>
          <a:ea typeface="MS PGothic" pitchFamily="34" charset="-128"/>
          <a:cs typeface="MS PGothic" charset="0"/>
        </a:defRPr>
      </a:lvl2pPr>
      <a:lvl3pPr algn="ctr" rtl="0" eaLnBrk="0" fontAlgn="base" hangingPunct="0">
        <a:spcBef>
          <a:spcPct val="0"/>
        </a:spcBef>
        <a:spcAft>
          <a:spcPct val="0"/>
        </a:spcAft>
        <a:defRPr sz="2900">
          <a:solidFill>
            <a:srgbClr val="1B57B5"/>
          </a:solidFill>
          <a:latin typeface="Verdana" pitchFamily="34" charset="0"/>
          <a:ea typeface="MS PGothic" pitchFamily="34" charset="-128"/>
          <a:cs typeface="MS PGothic" charset="0"/>
        </a:defRPr>
      </a:lvl3pPr>
      <a:lvl4pPr algn="ctr" rtl="0" eaLnBrk="0" fontAlgn="base" hangingPunct="0">
        <a:spcBef>
          <a:spcPct val="0"/>
        </a:spcBef>
        <a:spcAft>
          <a:spcPct val="0"/>
        </a:spcAft>
        <a:defRPr sz="2900">
          <a:solidFill>
            <a:srgbClr val="1B57B5"/>
          </a:solidFill>
          <a:latin typeface="Verdana" pitchFamily="34" charset="0"/>
          <a:ea typeface="MS PGothic" pitchFamily="34" charset="-128"/>
          <a:cs typeface="MS PGothic" charset="0"/>
        </a:defRPr>
      </a:lvl4pPr>
      <a:lvl5pPr algn="ctr" rtl="0" eaLnBrk="0" fontAlgn="base" hangingPunct="0">
        <a:spcBef>
          <a:spcPct val="0"/>
        </a:spcBef>
        <a:spcAft>
          <a:spcPct val="0"/>
        </a:spcAft>
        <a:defRPr sz="2900">
          <a:solidFill>
            <a:srgbClr val="1B57B5"/>
          </a:solidFill>
          <a:latin typeface="Verdana" pitchFamily="34" charset="0"/>
          <a:ea typeface="MS PGothic" pitchFamily="34" charset="-128"/>
          <a:cs typeface="MS PGothic" charset="0"/>
        </a:defRPr>
      </a:lvl5pPr>
      <a:lvl6pPr marL="473214" algn="ctr" rtl="0" eaLnBrk="1" fontAlgn="base" hangingPunct="1">
        <a:spcBef>
          <a:spcPct val="0"/>
        </a:spcBef>
        <a:spcAft>
          <a:spcPct val="0"/>
        </a:spcAft>
        <a:defRPr sz="2904">
          <a:solidFill>
            <a:srgbClr val="1B57B5"/>
          </a:solidFill>
          <a:latin typeface="Verdana" pitchFamily="34" charset="0"/>
          <a:ea typeface="MS PGothic" pitchFamily="34" charset="-128"/>
        </a:defRPr>
      </a:lvl6pPr>
      <a:lvl7pPr marL="946429" algn="ctr" rtl="0" eaLnBrk="1" fontAlgn="base" hangingPunct="1">
        <a:spcBef>
          <a:spcPct val="0"/>
        </a:spcBef>
        <a:spcAft>
          <a:spcPct val="0"/>
        </a:spcAft>
        <a:defRPr sz="2904">
          <a:solidFill>
            <a:srgbClr val="1B57B5"/>
          </a:solidFill>
          <a:latin typeface="Verdana" pitchFamily="34" charset="0"/>
          <a:ea typeface="MS PGothic" pitchFamily="34" charset="-128"/>
        </a:defRPr>
      </a:lvl7pPr>
      <a:lvl8pPr marL="1419643" algn="ctr" rtl="0" eaLnBrk="1" fontAlgn="base" hangingPunct="1">
        <a:spcBef>
          <a:spcPct val="0"/>
        </a:spcBef>
        <a:spcAft>
          <a:spcPct val="0"/>
        </a:spcAft>
        <a:defRPr sz="2904">
          <a:solidFill>
            <a:srgbClr val="1B57B5"/>
          </a:solidFill>
          <a:latin typeface="Verdana" pitchFamily="34" charset="0"/>
          <a:ea typeface="MS PGothic" pitchFamily="34" charset="-128"/>
        </a:defRPr>
      </a:lvl8pPr>
      <a:lvl9pPr marL="1892858" algn="ctr" rtl="0" eaLnBrk="1" fontAlgn="base" hangingPunct="1">
        <a:spcBef>
          <a:spcPct val="0"/>
        </a:spcBef>
        <a:spcAft>
          <a:spcPct val="0"/>
        </a:spcAft>
        <a:defRPr sz="2904">
          <a:solidFill>
            <a:srgbClr val="1B57B5"/>
          </a:solidFill>
          <a:latin typeface="Verdana" pitchFamily="34" charset="0"/>
          <a:ea typeface="MS PGothic" pitchFamily="34" charset="-128"/>
        </a:defRPr>
      </a:lvl9pPr>
    </p:titleStyle>
    <p:bodyStyle>
      <a:lvl1pPr marL="354013" indent="-354013" algn="l" rtl="0" eaLnBrk="0" fontAlgn="base" hangingPunct="0">
        <a:lnSpc>
          <a:spcPct val="140000"/>
        </a:lnSpc>
        <a:spcBef>
          <a:spcPct val="20000"/>
        </a:spcBef>
        <a:spcAft>
          <a:spcPct val="0"/>
        </a:spcAft>
        <a:buClr>
          <a:schemeClr val="accent2"/>
        </a:buClr>
        <a:buFont typeface="Wingdings" panose="05000000000000000000" pitchFamily="2" charset="2"/>
        <a:buChar char="§"/>
        <a:defRPr sz="3200">
          <a:solidFill>
            <a:schemeClr val="tx1"/>
          </a:solidFill>
          <a:latin typeface="+mn-lt"/>
          <a:ea typeface="+mn-ea"/>
          <a:cs typeface="MS PGothic" charset="0"/>
        </a:defRPr>
      </a:lvl1pPr>
      <a:lvl2pPr marL="766763" indent="-295275" algn="l" rtl="0" eaLnBrk="0" fontAlgn="base" hangingPunct="0">
        <a:lnSpc>
          <a:spcPct val="140000"/>
        </a:lnSpc>
        <a:spcBef>
          <a:spcPct val="20000"/>
        </a:spcBef>
        <a:spcAft>
          <a:spcPct val="0"/>
        </a:spcAft>
        <a:buClr>
          <a:schemeClr val="accent2"/>
        </a:buClr>
        <a:buFont typeface="Wingdings" panose="05000000000000000000" pitchFamily="2" charset="2"/>
        <a:buChar char="§"/>
        <a:defRPr sz="2500">
          <a:solidFill>
            <a:schemeClr val="tx1"/>
          </a:solidFill>
          <a:latin typeface="+mn-lt"/>
          <a:ea typeface="+mn-ea"/>
          <a:cs typeface="MS PGothic" charset="0"/>
        </a:defRPr>
      </a:lvl2pPr>
      <a:lvl3pPr marL="1182688" indent="-234950" algn="l" rtl="0" eaLnBrk="0" fontAlgn="base" hangingPunct="0">
        <a:lnSpc>
          <a:spcPct val="140000"/>
        </a:lnSpc>
        <a:spcBef>
          <a:spcPct val="20000"/>
        </a:spcBef>
        <a:spcAft>
          <a:spcPct val="0"/>
        </a:spcAft>
        <a:buClr>
          <a:schemeClr val="accent2"/>
        </a:buClr>
        <a:buFont typeface="Wingdings" panose="05000000000000000000" pitchFamily="2" charset="2"/>
        <a:buChar char="§"/>
        <a:defRPr sz="2100">
          <a:solidFill>
            <a:schemeClr val="tx1"/>
          </a:solidFill>
          <a:latin typeface="+mn-lt"/>
          <a:ea typeface="+mn-ea"/>
          <a:cs typeface="MS PGothic" charset="0"/>
        </a:defRPr>
      </a:lvl3pPr>
      <a:lvl4pPr marL="1654175" indent="-234950" algn="l" rtl="0" eaLnBrk="0" fontAlgn="base" hangingPunct="0">
        <a:lnSpc>
          <a:spcPct val="140000"/>
        </a:lnSpc>
        <a:spcBef>
          <a:spcPct val="20000"/>
        </a:spcBef>
        <a:spcAft>
          <a:spcPct val="0"/>
        </a:spcAft>
        <a:buClr>
          <a:schemeClr val="accent2"/>
        </a:buClr>
        <a:buFont typeface="Wingdings" panose="05000000000000000000" pitchFamily="2" charset="2"/>
        <a:buChar char="§"/>
        <a:defRPr sz="1400">
          <a:solidFill>
            <a:schemeClr val="tx1"/>
          </a:solidFill>
          <a:latin typeface="+mn-lt"/>
          <a:ea typeface="+mn-ea"/>
          <a:cs typeface="MS PGothic" charset="0"/>
        </a:defRPr>
      </a:lvl4pPr>
      <a:lvl5pPr marL="2127250" indent="-234950" algn="l" rtl="0" eaLnBrk="0" fontAlgn="base" hangingPunct="0">
        <a:lnSpc>
          <a:spcPct val="140000"/>
        </a:lnSpc>
        <a:spcBef>
          <a:spcPct val="20000"/>
        </a:spcBef>
        <a:spcAft>
          <a:spcPct val="0"/>
        </a:spcAft>
        <a:buClr>
          <a:schemeClr val="accent2"/>
        </a:buClr>
        <a:buFont typeface="Wingdings" panose="05000000000000000000" pitchFamily="2" charset="2"/>
        <a:buChar char="§"/>
        <a:defRPr sz="1400">
          <a:solidFill>
            <a:schemeClr val="tx1"/>
          </a:solidFill>
          <a:latin typeface="+mn-lt"/>
          <a:ea typeface="+mn-ea"/>
          <a:cs typeface="MS PGothic" charset="0"/>
        </a:defRPr>
      </a:lvl5pPr>
      <a:lvl6pPr marL="2602679" indent="-236607" algn="l" rtl="0" eaLnBrk="1" fontAlgn="base" hangingPunct="1">
        <a:lnSpc>
          <a:spcPct val="140000"/>
        </a:lnSpc>
        <a:spcBef>
          <a:spcPct val="20000"/>
        </a:spcBef>
        <a:spcAft>
          <a:spcPct val="0"/>
        </a:spcAft>
        <a:buClr>
          <a:schemeClr val="accent2"/>
        </a:buClr>
        <a:buFont typeface="Wingdings" pitchFamily="2" charset="2"/>
        <a:buChar char="§"/>
        <a:defRPr sz="1452">
          <a:solidFill>
            <a:schemeClr val="tx1"/>
          </a:solidFill>
          <a:latin typeface="+mn-lt"/>
          <a:ea typeface="+mn-ea"/>
        </a:defRPr>
      </a:lvl6pPr>
      <a:lvl7pPr marL="3075894" indent="-236607" algn="l" rtl="0" eaLnBrk="1" fontAlgn="base" hangingPunct="1">
        <a:lnSpc>
          <a:spcPct val="140000"/>
        </a:lnSpc>
        <a:spcBef>
          <a:spcPct val="20000"/>
        </a:spcBef>
        <a:spcAft>
          <a:spcPct val="0"/>
        </a:spcAft>
        <a:buClr>
          <a:schemeClr val="accent2"/>
        </a:buClr>
        <a:buFont typeface="Wingdings" pitchFamily="2" charset="2"/>
        <a:buChar char="§"/>
        <a:defRPr sz="1452">
          <a:solidFill>
            <a:schemeClr val="tx1"/>
          </a:solidFill>
          <a:latin typeface="+mn-lt"/>
          <a:ea typeface="+mn-ea"/>
        </a:defRPr>
      </a:lvl7pPr>
      <a:lvl8pPr marL="3549108" indent="-236607" algn="l" rtl="0" eaLnBrk="1" fontAlgn="base" hangingPunct="1">
        <a:lnSpc>
          <a:spcPct val="140000"/>
        </a:lnSpc>
        <a:spcBef>
          <a:spcPct val="20000"/>
        </a:spcBef>
        <a:spcAft>
          <a:spcPct val="0"/>
        </a:spcAft>
        <a:buClr>
          <a:schemeClr val="accent2"/>
        </a:buClr>
        <a:buFont typeface="Wingdings" pitchFamily="2" charset="2"/>
        <a:buChar char="§"/>
        <a:defRPr sz="1452">
          <a:solidFill>
            <a:schemeClr val="tx1"/>
          </a:solidFill>
          <a:latin typeface="+mn-lt"/>
          <a:ea typeface="+mn-ea"/>
        </a:defRPr>
      </a:lvl8pPr>
      <a:lvl9pPr marL="4022322" indent="-236607" algn="l" rtl="0" eaLnBrk="1" fontAlgn="base" hangingPunct="1">
        <a:lnSpc>
          <a:spcPct val="140000"/>
        </a:lnSpc>
        <a:spcBef>
          <a:spcPct val="20000"/>
        </a:spcBef>
        <a:spcAft>
          <a:spcPct val="0"/>
        </a:spcAft>
        <a:buClr>
          <a:schemeClr val="accent2"/>
        </a:buClr>
        <a:buFont typeface="Wingdings" pitchFamily="2" charset="2"/>
        <a:buChar char="§"/>
        <a:defRPr sz="1452">
          <a:solidFill>
            <a:schemeClr val="tx1"/>
          </a:solidFill>
          <a:latin typeface="+mn-lt"/>
          <a:ea typeface="+mn-ea"/>
        </a:defRPr>
      </a:lvl9pPr>
    </p:bodyStyle>
    <p:otherStyle>
      <a:defPPr>
        <a:defRPr lang="en-US"/>
      </a:defPPr>
      <a:lvl1pPr marL="0" algn="l" defTabSz="946429" rtl="0" eaLnBrk="1" latinLnBrk="0" hangingPunct="1">
        <a:defRPr sz="1906" kern="1200">
          <a:solidFill>
            <a:schemeClr val="tx1"/>
          </a:solidFill>
          <a:latin typeface="+mn-lt"/>
          <a:ea typeface="+mn-ea"/>
          <a:cs typeface="+mn-cs"/>
        </a:defRPr>
      </a:lvl1pPr>
      <a:lvl2pPr marL="473214" algn="l" defTabSz="946429" rtl="0" eaLnBrk="1" latinLnBrk="0" hangingPunct="1">
        <a:defRPr sz="1906" kern="1200">
          <a:solidFill>
            <a:schemeClr val="tx1"/>
          </a:solidFill>
          <a:latin typeface="+mn-lt"/>
          <a:ea typeface="+mn-ea"/>
          <a:cs typeface="+mn-cs"/>
        </a:defRPr>
      </a:lvl2pPr>
      <a:lvl3pPr marL="946429" algn="l" defTabSz="946429" rtl="0" eaLnBrk="1" latinLnBrk="0" hangingPunct="1">
        <a:defRPr sz="1906" kern="1200">
          <a:solidFill>
            <a:schemeClr val="tx1"/>
          </a:solidFill>
          <a:latin typeface="+mn-lt"/>
          <a:ea typeface="+mn-ea"/>
          <a:cs typeface="+mn-cs"/>
        </a:defRPr>
      </a:lvl3pPr>
      <a:lvl4pPr marL="1419643" algn="l" defTabSz="946429" rtl="0" eaLnBrk="1" latinLnBrk="0" hangingPunct="1">
        <a:defRPr sz="1906" kern="1200">
          <a:solidFill>
            <a:schemeClr val="tx1"/>
          </a:solidFill>
          <a:latin typeface="+mn-lt"/>
          <a:ea typeface="+mn-ea"/>
          <a:cs typeface="+mn-cs"/>
        </a:defRPr>
      </a:lvl4pPr>
      <a:lvl5pPr marL="1892858" algn="l" defTabSz="946429" rtl="0" eaLnBrk="1" latinLnBrk="0" hangingPunct="1">
        <a:defRPr sz="1906" kern="1200">
          <a:solidFill>
            <a:schemeClr val="tx1"/>
          </a:solidFill>
          <a:latin typeface="+mn-lt"/>
          <a:ea typeface="+mn-ea"/>
          <a:cs typeface="+mn-cs"/>
        </a:defRPr>
      </a:lvl5pPr>
      <a:lvl6pPr marL="2366071" algn="l" defTabSz="946429" rtl="0" eaLnBrk="1" latinLnBrk="0" hangingPunct="1">
        <a:defRPr sz="1906" kern="1200">
          <a:solidFill>
            <a:schemeClr val="tx1"/>
          </a:solidFill>
          <a:latin typeface="+mn-lt"/>
          <a:ea typeface="+mn-ea"/>
          <a:cs typeface="+mn-cs"/>
        </a:defRPr>
      </a:lvl6pPr>
      <a:lvl7pPr marL="2839286" algn="l" defTabSz="946429" rtl="0" eaLnBrk="1" latinLnBrk="0" hangingPunct="1">
        <a:defRPr sz="1906" kern="1200">
          <a:solidFill>
            <a:schemeClr val="tx1"/>
          </a:solidFill>
          <a:latin typeface="+mn-lt"/>
          <a:ea typeface="+mn-ea"/>
          <a:cs typeface="+mn-cs"/>
        </a:defRPr>
      </a:lvl7pPr>
      <a:lvl8pPr marL="3312500" algn="l" defTabSz="946429" rtl="0" eaLnBrk="1" latinLnBrk="0" hangingPunct="1">
        <a:defRPr sz="1906" kern="1200">
          <a:solidFill>
            <a:schemeClr val="tx1"/>
          </a:solidFill>
          <a:latin typeface="+mn-lt"/>
          <a:ea typeface="+mn-ea"/>
          <a:cs typeface="+mn-cs"/>
        </a:defRPr>
      </a:lvl8pPr>
      <a:lvl9pPr marL="3785715" algn="l" defTabSz="946429" rtl="0" eaLnBrk="1" latinLnBrk="0" hangingPunct="1">
        <a:defRPr sz="190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hyperlink" Target="https://medium.com/data-science/chi-square-test-for-feature-selection-in-machine-learning-206b1f0b8223"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123E0D7-ECDD-4262-96CF-B7821E7D591F}"/>
              </a:ext>
            </a:extLst>
          </p:cNvPr>
          <p:cNvSpPr>
            <a:spLocks noGrp="1" noChangeArrowheads="1"/>
          </p:cNvSpPr>
          <p:nvPr>
            <p:ph type="ctrTitle"/>
          </p:nvPr>
        </p:nvSpPr>
        <p:spPr>
          <a:xfrm>
            <a:off x="573088" y="202097"/>
            <a:ext cx="11201400" cy="914400"/>
          </a:xfrm>
        </p:spPr>
        <p:txBody>
          <a:bodyPr/>
          <a:lstStyle/>
          <a:p>
            <a:pPr eaLnBrk="1" hangingPunct="1">
              <a:defRPr/>
            </a:pPr>
            <a:r>
              <a:rPr lang="en-US" altLang="en-US" sz="3721" dirty="0"/>
              <a:t>UIT2502 – Data Analytics &amp; Visualization</a:t>
            </a:r>
          </a:p>
        </p:txBody>
      </p:sp>
      <p:sp>
        <p:nvSpPr>
          <p:cNvPr id="2" name="Rectangle 2">
            <a:extLst>
              <a:ext uri="{FF2B5EF4-FFF2-40B4-BE49-F238E27FC236}">
                <a16:creationId xmlns:a16="http://schemas.microsoft.com/office/drawing/2014/main" id="{958AF5B0-6D99-4C3C-9F82-61C7A563D9FC}"/>
              </a:ext>
            </a:extLst>
          </p:cNvPr>
          <p:cNvSpPr txBox="1">
            <a:spLocks noChangeArrowheads="1"/>
          </p:cNvSpPr>
          <p:nvPr/>
        </p:nvSpPr>
        <p:spPr bwMode="auto">
          <a:xfrm>
            <a:off x="235330" y="1386453"/>
            <a:ext cx="11426618" cy="914400"/>
          </a:xfrm>
          <a:prstGeom prst="rect">
            <a:avLst/>
          </a:prstGeom>
          <a:noFill/>
          <a:ln w="9525">
            <a:noFill/>
            <a:round/>
            <a:headEnd/>
            <a:tailEnd/>
          </a:ln>
        </p:spPr>
        <p:txBody>
          <a:bodyPr lIns="93140" tIns="48433" rIns="93140" bIns="48433" anchor="ctr"/>
          <a:lstStyle/>
          <a:p>
            <a:pPr algn="ctr" defTabSz="473169">
              <a:buClr>
                <a:srgbClr val="000000"/>
              </a:buClr>
              <a:buSzPct val="100000"/>
              <a:defRPr/>
            </a:pPr>
            <a:r>
              <a:rPr lang="en-US" sz="3267" b="1" kern="0" dirty="0">
                <a:solidFill>
                  <a:srgbClr val="000000"/>
                </a:solidFill>
                <a:latin typeface="Verdana"/>
                <a:ea typeface="MS PGothic"/>
                <a:cs typeface="Arial" charset="0"/>
              </a:rPr>
              <a:t>Chi- Square Test</a:t>
            </a:r>
            <a:endParaRPr lang="en-US" sz="2400" b="1" kern="0" dirty="0">
              <a:solidFill>
                <a:srgbClr val="000000"/>
              </a:solidFill>
              <a:latin typeface="Verdana"/>
              <a:ea typeface="MS PGothic"/>
              <a:cs typeface="Arial" charset="0"/>
            </a:endParaRPr>
          </a:p>
        </p:txBody>
      </p:sp>
      <p:pic>
        <p:nvPicPr>
          <p:cNvPr id="1026" name="Picture 2" descr="Normal Distribution">
            <a:extLst>
              <a:ext uri="{FF2B5EF4-FFF2-40B4-BE49-F238E27FC236}">
                <a16:creationId xmlns:a16="http://schemas.microsoft.com/office/drawing/2014/main" id="{C8929840-FACB-5507-4A16-ECABA1FEAE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5308" y="3100044"/>
            <a:ext cx="7401384" cy="23715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EDD64-1033-BDAE-C4DB-C95BAFD29348}"/>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8DAF25C9-12FF-1C32-C546-AB860ACC9062}"/>
              </a:ext>
            </a:extLst>
          </p:cNvPr>
          <p:cNvSpPr>
            <a:spLocks noGrp="1"/>
          </p:cNvSpPr>
          <p:nvPr>
            <p:ph idx="1"/>
          </p:nvPr>
        </p:nvSpPr>
        <p:spPr/>
        <p:txBody>
          <a:bodyPr/>
          <a:lstStyle/>
          <a:p>
            <a:r>
              <a:rPr lang="en-US" sz="2800" dirty="0"/>
              <a:t>It is a non-parametric test</a:t>
            </a:r>
          </a:p>
          <a:p>
            <a:r>
              <a:rPr lang="en-US" sz="2800" dirty="0"/>
              <a:t>All chi-square values are greater than 0</a:t>
            </a:r>
          </a:p>
          <a:p>
            <a:r>
              <a:rPr lang="en-US" sz="2800" dirty="0"/>
              <a:t>AUC for chi-square is positively right skewed</a:t>
            </a:r>
          </a:p>
          <a:p>
            <a:r>
              <a:rPr lang="en-US" sz="2800" dirty="0"/>
              <a:t>Chi-square distribution is different for each </a:t>
            </a:r>
            <a:r>
              <a:rPr lang="en-US" sz="2800" dirty="0" err="1"/>
              <a:t>DoF</a:t>
            </a:r>
            <a:endParaRPr lang="en-US" sz="2800" dirty="0"/>
          </a:p>
          <a:p>
            <a:r>
              <a:rPr lang="en-US" sz="2800" dirty="0"/>
              <a:t>It is a statistical test for </a:t>
            </a:r>
            <a:r>
              <a:rPr lang="en-US" sz="2800" b="1" dirty="0"/>
              <a:t>categorical values of independent and dependent variables</a:t>
            </a:r>
            <a:endParaRPr lang="en-IN" sz="2800" b="1" dirty="0"/>
          </a:p>
        </p:txBody>
      </p:sp>
    </p:spTree>
    <p:extLst>
      <p:ext uri="{BB962C8B-B14F-4D97-AF65-F5344CB8AC3E}">
        <p14:creationId xmlns:p14="http://schemas.microsoft.com/office/powerpoint/2010/main" val="360173420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AA104-7A9B-E812-4076-85A439871CD1}"/>
              </a:ext>
            </a:extLst>
          </p:cNvPr>
          <p:cNvSpPr>
            <a:spLocks noGrp="1"/>
          </p:cNvSpPr>
          <p:nvPr>
            <p:ph type="title"/>
          </p:nvPr>
        </p:nvSpPr>
        <p:spPr/>
        <p:txBody>
          <a:bodyPr/>
          <a:lstStyle/>
          <a:p>
            <a:r>
              <a:rPr lang="en-IN" dirty="0"/>
              <a:t>Types of chi-square test</a:t>
            </a:r>
          </a:p>
        </p:txBody>
      </p:sp>
      <p:sp>
        <p:nvSpPr>
          <p:cNvPr id="3" name="Content Placeholder 2">
            <a:extLst>
              <a:ext uri="{FF2B5EF4-FFF2-40B4-BE49-F238E27FC236}">
                <a16:creationId xmlns:a16="http://schemas.microsoft.com/office/drawing/2014/main" id="{1889FBEF-831D-9844-329A-5E9858132A54}"/>
              </a:ext>
            </a:extLst>
          </p:cNvPr>
          <p:cNvSpPr>
            <a:spLocks noGrp="1"/>
          </p:cNvSpPr>
          <p:nvPr>
            <p:ph idx="1"/>
          </p:nvPr>
        </p:nvSpPr>
        <p:spPr/>
        <p:txBody>
          <a:bodyPr/>
          <a:lstStyle/>
          <a:p>
            <a:r>
              <a:rPr lang="en-GB" sz="2400" dirty="0"/>
              <a:t>Chi square variance test</a:t>
            </a:r>
          </a:p>
          <a:p>
            <a:r>
              <a:rPr lang="en-GB" sz="2400" dirty="0"/>
              <a:t>Chi-square tests for independence of attributes</a:t>
            </a:r>
          </a:p>
          <a:p>
            <a:r>
              <a:rPr lang="en-GB" sz="2400" dirty="0"/>
              <a:t>Chi square test for goodness of fit</a:t>
            </a:r>
          </a:p>
        </p:txBody>
      </p:sp>
    </p:spTree>
    <p:extLst>
      <p:ext uri="{BB962C8B-B14F-4D97-AF65-F5344CB8AC3E}">
        <p14:creationId xmlns:p14="http://schemas.microsoft.com/office/powerpoint/2010/main" val="341076980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4E3FB-D5F3-C1DD-8EDB-CCFD345C15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24CC1C-8E4F-6052-226D-D5CC1CE0654E}"/>
              </a:ext>
            </a:extLst>
          </p:cNvPr>
          <p:cNvSpPr>
            <a:spLocks noGrp="1"/>
          </p:cNvSpPr>
          <p:nvPr>
            <p:ph type="title"/>
          </p:nvPr>
        </p:nvSpPr>
        <p:spPr/>
        <p:txBody>
          <a:bodyPr/>
          <a:lstStyle/>
          <a:p>
            <a:r>
              <a:rPr lang="en-GB" sz="3200" dirty="0"/>
              <a:t>Chi square variance test</a:t>
            </a:r>
            <a:endParaRPr lang="en-IN" dirty="0"/>
          </a:p>
        </p:txBody>
      </p:sp>
      <p:sp>
        <p:nvSpPr>
          <p:cNvPr id="3" name="Content Placeholder 2">
            <a:extLst>
              <a:ext uri="{FF2B5EF4-FFF2-40B4-BE49-F238E27FC236}">
                <a16:creationId xmlns:a16="http://schemas.microsoft.com/office/drawing/2014/main" id="{5BA93459-36A2-DA65-F4B2-9B4B98B93192}"/>
              </a:ext>
            </a:extLst>
          </p:cNvPr>
          <p:cNvSpPr>
            <a:spLocks noGrp="1"/>
          </p:cNvSpPr>
          <p:nvPr>
            <p:ph idx="1"/>
          </p:nvPr>
        </p:nvSpPr>
        <p:spPr/>
        <p:txBody>
          <a:bodyPr/>
          <a:lstStyle/>
          <a:p>
            <a:r>
              <a:rPr lang="en-US" sz="2400" dirty="0"/>
              <a:t>This is a specific application of the chi-squared test used to test if the variance or standard deviation of a population is equal to a hypothesized value variance or standard deviation.  </a:t>
            </a:r>
          </a:p>
          <a:p>
            <a:endParaRPr lang="en-US" sz="2400" dirty="0"/>
          </a:p>
          <a:p>
            <a:endParaRPr lang="en-US" sz="2400" dirty="0"/>
          </a:p>
          <a:p>
            <a:endParaRPr lang="en-IN" sz="2400" dirty="0"/>
          </a:p>
        </p:txBody>
      </p:sp>
      <p:pic>
        <p:nvPicPr>
          <p:cNvPr id="1030" name="Picture 6">
            <a:extLst>
              <a:ext uri="{FF2B5EF4-FFF2-40B4-BE49-F238E27FC236}">
                <a16:creationId xmlns:a16="http://schemas.microsoft.com/office/drawing/2014/main" id="{42739A10-C781-2A71-75CF-B133C0193A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1508125"/>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a:extLst>
              <a:ext uri="{FF2B5EF4-FFF2-40B4-BE49-F238E27FC236}">
                <a16:creationId xmlns:a16="http://schemas.microsoft.com/office/drawing/2014/main" id="{D533924B-BC7B-26DC-7A2D-BEEFEC78B1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411163"/>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24557D4D-2802-17BA-3503-AEC80C0D78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685800"/>
            <a:ext cx="9525" cy="9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907618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2D343-8F6E-C7F5-698B-7E132FBEEF06}"/>
              </a:ext>
            </a:extLst>
          </p:cNvPr>
          <p:cNvSpPr>
            <a:spLocks noGrp="1"/>
          </p:cNvSpPr>
          <p:nvPr>
            <p:ph type="title"/>
          </p:nvPr>
        </p:nvSpPr>
        <p:spPr/>
        <p:txBody>
          <a:bodyPr/>
          <a:lstStyle/>
          <a:p>
            <a:r>
              <a:rPr lang="en-GB" sz="3200" dirty="0"/>
              <a:t>Chi square variance test</a:t>
            </a:r>
            <a:endParaRPr lang="en-IN" dirty="0"/>
          </a:p>
        </p:txBody>
      </p:sp>
      <p:sp>
        <p:nvSpPr>
          <p:cNvPr id="3" name="Content Placeholder 2">
            <a:extLst>
              <a:ext uri="{FF2B5EF4-FFF2-40B4-BE49-F238E27FC236}">
                <a16:creationId xmlns:a16="http://schemas.microsoft.com/office/drawing/2014/main" id="{7C257D7A-DD7F-1A00-2DE7-792A65723853}"/>
              </a:ext>
            </a:extLst>
          </p:cNvPr>
          <p:cNvSpPr>
            <a:spLocks noGrp="1"/>
          </p:cNvSpPr>
          <p:nvPr>
            <p:ph idx="1"/>
          </p:nvPr>
        </p:nvSpPr>
        <p:spPr/>
        <p:txBody>
          <a:bodyPr/>
          <a:lstStyle/>
          <a:p>
            <a:r>
              <a:rPr lang="en-US" sz="2000" dirty="0"/>
              <a:t>Weight of 10 students is given below. Can we say that the variance of the distribution of weight of all students from which the below sample of 10 students was drawn is equal to 20kgs? </a:t>
            </a:r>
            <a:endParaRPr lang="en-IN" sz="2000" dirty="0"/>
          </a:p>
        </p:txBody>
      </p:sp>
      <p:graphicFrame>
        <p:nvGraphicFramePr>
          <p:cNvPr id="4" name="Group 77">
            <a:extLst>
              <a:ext uri="{FF2B5EF4-FFF2-40B4-BE49-F238E27FC236}">
                <a16:creationId xmlns:a16="http://schemas.microsoft.com/office/drawing/2014/main" id="{2F625EEB-B7E6-0CF9-FF16-4A29F7AE2F90}"/>
              </a:ext>
            </a:extLst>
          </p:cNvPr>
          <p:cNvGraphicFramePr>
            <a:graphicFrameLocks/>
          </p:cNvGraphicFramePr>
          <p:nvPr>
            <p:extLst>
              <p:ext uri="{D42A27DB-BD31-4B8C-83A1-F6EECF244321}">
                <p14:modId xmlns:p14="http://schemas.microsoft.com/office/powerpoint/2010/main" val="395820058"/>
              </p:ext>
            </p:extLst>
          </p:nvPr>
        </p:nvGraphicFramePr>
        <p:xfrm>
          <a:off x="1828800" y="2938130"/>
          <a:ext cx="7239000" cy="1163003"/>
        </p:xfrm>
        <a:graphic>
          <a:graphicData uri="http://schemas.openxmlformats.org/drawingml/2006/table">
            <a:tbl>
              <a:tblPr/>
              <a:tblGrid>
                <a:gridCol w="1350335">
                  <a:extLst>
                    <a:ext uri="{9D8B030D-6E8A-4147-A177-3AD203B41FA5}">
                      <a16:colId xmlns:a16="http://schemas.microsoft.com/office/drawing/2014/main" val="20000"/>
                    </a:ext>
                  </a:extLst>
                </a:gridCol>
                <a:gridCol w="564190">
                  <a:extLst>
                    <a:ext uri="{9D8B030D-6E8A-4147-A177-3AD203B41FA5}">
                      <a16:colId xmlns:a16="http://schemas.microsoft.com/office/drawing/2014/main" val="20001"/>
                    </a:ext>
                  </a:extLst>
                </a:gridCol>
                <a:gridCol w="592138">
                  <a:extLst>
                    <a:ext uri="{9D8B030D-6E8A-4147-A177-3AD203B41FA5}">
                      <a16:colId xmlns:a16="http://schemas.microsoft.com/office/drawing/2014/main" val="20002"/>
                    </a:ext>
                  </a:extLst>
                </a:gridCol>
                <a:gridCol w="590550">
                  <a:extLst>
                    <a:ext uri="{9D8B030D-6E8A-4147-A177-3AD203B41FA5}">
                      <a16:colId xmlns:a16="http://schemas.microsoft.com/office/drawing/2014/main" val="20003"/>
                    </a:ext>
                  </a:extLst>
                </a:gridCol>
                <a:gridCol w="636587">
                  <a:extLst>
                    <a:ext uri="{9D8B030D-6E8A-4147-A177-3AD203B41FA5}">
                      <a16:colId xmlns:a16="http://schemas.microsoft.com/office/drawing/2014/main" val="20004"/>
                    </a:ext>
                  </a:extLst>
                </a:gridCol>
                <a:gridCol w="547688">
                  <a:extLst>
                    <a:ext uri="{9D8B030D-6E8A-4147-A177-3AD203B41FA5}">
                      <a16:colId xmlns:a16="http://schemas.microsoft.com/office/drawing/2014/main" val="20005"/>
                    </a:ext>
                  </a:extLst>
                </a:gridCol>
                <a:gridCol w="590550">
                  <a:extLst>
                    <a:ext uri="{9D8B030D-6E8A-4147-A177-3AD203B41FA5}">
                      <a16:colId xmlns:a16="http://schemas.microsoft.com/office/drawing/2014/main" val="20006"/>
                    </a:ext>
                  </a:extLst>
                </a:gridCol>
                <a:gridCol w="592137">
                  <a:extLst>
                    <a:ext uri="{9D8B030D-6E8A-4147-A177-3AD203B41FA5}">
                      <a16:colId xmlns:a16="http://schemas.microsoft.com/office/drawing/2014/main" val="20007"/>
                    </a:ext>
                  </a:extLst>
                </a:gridCol>
                <a:gridCol w="592138">
                  <a:extLst>
                    <a:ext uri="{9D8B030D-6E8A-4147-A177-3AD203B41FA5}">
                      <a16:colId xmlns:a16="http://schemas.microsoft.com/office/drawing/2014/main" val="20008"/>
                    </a:ext>
                  </a:extLst>
                </a:gridCol>
                <a:gridCol w="590550">
                  <a:extLst>
                    <a:ext uri="{9D8B030D-6E8A-4147-A177-3AD203B41FA5}">
                      <a16:colId xmlns:a16="http://schemas.microsoft.com/office/drawing/2014/main" val="20009"/>
                    </a:ext>
                  </a:extLst>
                </a:gridCol>
                <a:gridCol w="592137">
                  <a:extLst>
                    <a:ext uri="{9D8B030D-6E8A-4147-A177-3AD203B41FA5}">
                      <a16:colId xmlns:a16="http://schemas.microsoft.com/office/drawing/2014/main" val="20010"/>
                    </a:ext>
                  </a:extLst>
                </a:gridCol>
              </a:tblGrid>
              <a:tr h="461963">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j-lt"/>
                          <a:cs typeface="Arial" charset="0"/>
                        </a:rPr>
                        <a:t>Samples</a:t>
                      </a:r>
                      <a:endParaRPr kumimoji="0" lang="en-US" sz="2000" b="0" i="0" u="none" strike="noStrike" cap="none" normalizeH="0" baseline="0" dirty="0">
                        <a:ln>
                          <a:noFill/>
                        </a:ln>
                        <a:solidFill>
                          <a:schemeClr val="tx1"/>
                        </a:solidFill>
                        <a:effectLst/>
                        <a:latin typeface="+mj-lt"/>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j-lt"/>
                          <a:cs typeface="Arial" charset="0"/>
                        </a:rPr>
                        <a:t>1</a:t>
                      </a:r>
                      <a:endParaRPr kumimoji="0" lang="en-US" sz="2000" b="0" i="0" u="none" strike="noStrike" cap="none" normalizeH="0" baseline="0" dirty="0">
                        <a:ln>
                          <a:noFill/>
                        </a:ln>
                        <a:solidFill>
                          <a:schemeClr val="tx1"/>
                        </a:solidFill>
                        <a:effectLst/>
                        <a:latin typeface="+mj-lt"/>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j-lt"/>
                          <a:cs typeface="Arial" charset="0"/>
                        </a:rPr>
                        <a:t>2</a:t>
                      </a:r>
                      <a:endParaRPr kumimoji="0" lang="en-US" sz="2000" b="0" i="0" u="none" strike="noStrike" cap="none" normalizeH="0" baseline="0" dirty="0">
                        <a:ln>
                          <a:noFill/>
                        </a:ln>
                        <a:solidFill>
                          <a:schemeClr val="tx1"/>
                        </a:solidFill>
                        <a:effectLst/>
                        <a:latin typeface="+mj-lt"/>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j-lt"/>
                          <a:cs typeface="Arial" charset="0"/>
                        </a:rPr>
                        <a:t>3</a:t>
                      </a:r>
                      <a:endParaRPr kumimoji="0" lang="en-US" sz="2000" b="0" i="0" u="none" strike="noStrike" cap="none" normalizeH="0" baseline="0" dirty="0">
                        <a:ln>
                          <a:noFill/>
                        </a:ln>
                        <a:solidFill>
                          <a:schemeClr val="tx1"/>
                        </a:solidFill>
                        <a:effectLst/>
                        <a:latin typeface="+mj-lt"/>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j-lt"/>
                          <a:cs typeface="Arial" charset="0"/>
                        </a:rPr>
                        <a:t>4</a:t>
                      </a:r>
                      <a:endParaRPr kumimoji="0" lang="en-US" sz="2000" b="0" i="0" u="none" strike="noStrike" cap="none" normalizeH="0" baseline="0">
                        <a:ln>
                          <a:noFill/>
                        </a:ln>
                        <a:solidFill>
                          <a:schemeClr val="tx1"/>
                        </a:solidFill>
                        <a:effectLst/>
                        <a:latin typeface="+mj-lt"/>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j-lt"/>
                          <a:cs typeface="Arial" charset="0"/>
                        </a:rPr>
                        <a:t>5</a:t>
                      </a:r>
                      <a:endParaRPr kumimoji="0" lang="en-US" sz="2000" b="0" i="0" u="none" strike="noStrike" cap="none" normalizeH="0" baseline="0">
                        <a:ln>
                          <a:noFill/>
                        </a:ln>
                        <a:solidFill>
                          <a:schemeClr val="tx1"/>
                        </a:solidFill>
                        <a:effectLst/>
                        <a:latin typeface="+mj-lt"/>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j-lt"/>
                          <a:cs typeface="Arial" charset="0"/>
                        </a:rPr>
                        <a:t>6</a:t>
                      </a:r>
                      <a:endParaRPr kumimoji="0" lang="en-US" sz="2000" b="0" i="0" u="none" strike="noStrike" cap="none" normalizeH="0" baseline="0">
                        <a:ln>
                          <a:noFill/>
                        </a:ln>
                        <a:solidFill>
                          <a:schemeClr val="tx1"/>
                        </a:solidFill>
                        <a:effectLst/>
                        <a:latin typeface="+mj-lt"/>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j-lt"/>
                          <a:cs typeface="Arial" charset="0"/>
                        </a:rPr>
                        <a:t>7</a:t>
                      </a:r>
                      <a:endParaRPr kumimoji="0" lang="en-US" sz="2000" b="0" i="0" u="none" strike="noStrike" cap="none" normalizeH="0" baseline="0">
                        <a:ln>
                          <a:noFill/>
                        </a:ln>
                        <a:solidFill>
                          <a:schemeClr val="tx1"/>
                        </a:solidFill>
                        <a:effectLst/>
                        <a:latin typeface="+mj-lt"/>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j-lt"/>
                          <a:cs typeface="Arial" charset="0"/>
                        </a:rPr>
                        <a:t>8</a:t>
                      </a:r>
                      <a:endParaRPr kumimoji="0" lang="en-US" sz="2000" b="0" i="0" u="none" strike="noStrike" cap="none" normalizeH="0" baseline="0">
                        <a:ln>
                          <a:noFill/>
                        </a:ln>
                        <a:solidFill>
                          <a:schemeClr val="tx1"/>
                        </a:solidFill>
                        <a:effectLst/>
                        <a:latin typeface="+mj-lt"/>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j-lt"/>
                          <a:cs typeface="Arial" charset="0"/>
                        </a:rPr>
                        <a:t>9</a:t>
                      </a:r>
                      <a:endParaRPr kumimoji="0" lang="en-US" sz="2000" b="0" i="0" u="none" strike="noStrike" cap="none" normalizeH="0" baseline="0">
                        <a:ln>
                          <a:noFill/>
                        </a:ln>
                        <a:solidFill>
                          <a:schemeClr val="tx1"/>
                        </a:solidFill>
                        <a:effectLst/>
                        <a:latin typeface="+mj-lt"/>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j-lt"/>
                          <a:cs typeface="Arial" charset="0"/>
                        </a:rPr>
                        <a:t>10</a:t>
                      </a:r>
                      <a:endParaRPr kumimoji="0" lang="en-US" sz="2000" b="0" i="0" u="none" strike="noStrike" cap="none" normalizeH="0" baseline="0">
                        <a:ln>
                          <a:noFill/>
                        </a:ln>
                        <a:solidFill>
                          <a:schemeClr val="tx1"/>
                        </a:solidFill>
                        <a:effectLst/>
                        <a:latin typeface="+mj-lt"/>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4765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j-lt"/>
                          <a:cs typeface="Arial" charset="0"/>
                        </a:rPr>
                        <a:t>Weight (kg)</a:t>
                      </a:r>
                      <a:endParaRPr kumimoji="0" lang="en-US" sz="2000" b="0" i="0" u="none" strike="noStrike" cap="none" normalizeH="0" baseline="0" dirty="0">
                        <a:ln>
                          <a:noFill/>
                        </a:ln>
                        <a:solidFill>
                          <a:schemeClr val="tx1"/>
                        </a:solidFill>
                        <a:effectLst/>
                        <a:latin typeface="+mj-lt"/>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j-lt"/>
                        </a:rPr>
                        <a:t>38</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j-lt"/>
                        </a:rPr>
                        <a:t>40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j-lt"/>
                        </a:rPr>
                        <a:t>45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j-lt"/>
                        </a:rPr>
                        <a:t>53</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j-lt"/>
                        </a:rPr>
                        <a:t>47</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j-lt"/>
                        </a:rPr>
                        <a:t>43</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j-lt"/>
                        </a:rPr>
                        <a:t>55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j-lt"/>
                        </a:rPr>
                        <a:t>48</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j-lt"/>
                        </a:rPr>
                        <a:t>52</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j-lt"/>
                        </a:rPr>
                        <a:t>49</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06556294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629" name="Group 365"/>
          <p:cNvGraphicFramePr>
            <a:graphicFrameLocks noGrp="1"/>
          </p:cNvGraphicFramePr>
          <p:nvPr>
            <p:ph sz="half" idx="2"/>
            <p:extLst>
              <p:ext uri="{D42A27DB-BD31-4B8C-83A1-F6EECF244321}">
                <p14:modId xmlns:p14="http://schemas.microsoft.com/office/powerpoint/2010/main" val="1845845796"/>
              </p:ext>
            </p:extLst>
          </p:nvPr>
        </p:nvGraphicFramePr>
        <p:xfrm>
          <a:off x="1919177" y="636182"/>
          <a:ext cx="8153400" cy="5861075"/>
        </p:xfrm>
        <a:graphic>
          <a:graphicData uri="http://schemas.openxmlformats.org/drawingml/2006/table">
            <a:tbl>
              <a:tblPr/>
              <a:tblGrid>
                <a:gridCol w="1435100">
                  <a:extLst>
                    <a:ext uri="{9D8B030D-6E8A-4147-A177-3AD203B41FA5}">
                      <a16:colId xmlns:a16="http://schemas.microsoft.com/office/drawing/2014/main" val="20000"/>
                    </a:ext>
                  </a:extLst>
                </a:gridCol>
                <a:gridCol w="1641475">
                  <a:extLst>
                    <a:ext uri="{9D8B030D-6E8A-4147-A177-3AD203B41FA5}">
                      <a16:colId xmlns:a16="http://schemas.microsoft.com/office/drawing/2014/main" val="20001"/>
                    </a:ext>
                  </a:extLst>
                </a:gridCol>
                <a:gridCol w="2359025">
                  <a:extLst>
                    <a:ext uri="{9D8B030D-6E8A-4147-A177-3AD203B41FA5}">
                      <a16:colId xmlns:a16="http://schemas.microsoft.com/office/drawing/2014/main" val="20002"/>
                    </a:ext>
                  </a:extLst>
                </a:gridCol>
                <a:gridCol w="2717800">
                  <a:extLst>
                    <a:ext uri="{9D8B030D-6E8A-4147-A177-3AD203B41FA5}">
                      <a16:colId xmlns:a16="http://schemas.microsoft.com/office/drawing/2014/main" val="20003"/>
                    </a:ext>
                  </a:extLst>
                </a:gridCol>
              </a:tblGrid>
              <a:tr h="479360">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S.No</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Xi</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(Xi-mean)</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(Xi-mean)</a:t>
                      </a:r>
                      <a:r>
                        <a:rPr kumimoji="0" lang="en-US" sz="2000" b="0" i="0" u="none" strike="noStrike" cap="none" normalizeH="0" baseline="30000">
                          <a:ln>
                            <a:noFill/>
                          </a:ln>
                          <a:solidFill>
                            <a:schemeClr val="tx1"/>
                          </a:solidFill>
                          <a:effectLst/>
                          <a:latin typeface="Arial" charset="0"/>
                          <a:cs typeface="Arial" charset="0"/>
                        </a:rPr>
                        <a:t>2</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226">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 </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 </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 </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 </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226">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1</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38</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-9</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81</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226">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2</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40</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-7</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49</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226">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3</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45</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226">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4</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53</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6</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36</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6226">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5</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47</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6226">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6</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43</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16</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96226">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7</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55</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8</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64</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96226">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8</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48</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96226">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9</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52</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25</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96226">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10</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49</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96226">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 </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470</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0</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cs typeface="Arial" charset="0"/>
                        </a:rPr>
                        <a:t>280</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62697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marT="45714" marB="45714" anchor="b" horzOverflow="overflow">
                    <a:lnL cap="flat">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gridSpan="2">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Mean=47</a:t>
                      </a:r>
                      <a:endParaRPr kumimoji="0" lang="en-US" sz="2000" b="0" i="0" u="none" strike="noStrike" cap="none" normalizeH="0" baseline="0">
                        <a:ln>
                          <a:noFill/>
                        </a:ln>
                        <a:solidFill>
                          <a:schemeClr val="tx1"/>
                        </a:solidFill>
                        <a:effectLst/>
                        <a:latin typeface="Arial" charset="0"/>
                      </a:endParaRPr>
                    </a:p>
                  </a:txBody>
                  <a:tcPr marT="45714" marB="45714" anchor="b"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tc hMerge="1">
                  <a:txBody>
                    <a:bodyPr/>
                    <a:lstStyle/>
                    <a:p>
                      <a:endParaRPr lang="en-IN"/>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marT="45714" marB="45714" anchor="b" horzOverflow="overflow">
                    <a:lnL>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Grp="1" noChangeArrowheads="1"/>
          </p:cNvSpPr>
          <p:nvPr>
            <p:ph type="body" idx="1"/>
          </p:nvPr>
        </p:nvSpPr>
        <p:spPr>
          <a:xfrm>
            <a:off x="347330" y="623777"/>
            <a:ext cx="8229600" cy="5516563"/>
          </a:xfrm>
        </p:spPr>
        <p:txBody>
          <a:bodyPr/>
          <a:lstStyle/>
          <a:p>
            <a:pPr eaLnBrk="1" hangingPunct="1">
              <a:buFontTx/>
              <a:buNone/>
            </a:pPr>
            <a:r>
              <a:rPr lang="en-US" sz="2000" dirty="0"/>
              <a:t>X= (</a:t>
            </a:r>
            <a:r>
              <a:rPr lang="en-US" sz="2000" dirty="0">
                <a:cs typeface="Arial" charset="0"/>
              </a:rPr>
              <a:t>∑Xi)/n = 470/10=47</a:t>
            </a:r>
          </a:p>
          <a:p>
            <a:pPr eaLnBrk="1" hangingPunct="1">
              <a:buFontTx/>
              <a:buNone/>
            </a:pPr>
            <a:r>
              <a:rPr lang="en-GB" sz="2000" dirty="0">
                <a:cs typeface="Arial" charset="0"/>
              </a:rPr>
              <a:t>S</a:t>
            </a:r>
            <a:r>
              <a:rPr lang="en-US" sz="2000" baseline="-25000" dirty="0">
                <a:cs typeface="Arial" charset="0"/>
              </a:rPr>
              <a:t> </a:t>
            </a:r>
            <a:r>
              <a:rPr lang="en-US" sz="2000" baseline="30000" dirty="0">
                <a:cs typeface="Arial" charset="0"/>
              </a:rPr>
              <a:t>2</a:t>
            </a:r>
            <a:r>
              <a:rPr lang="en-US" sz="2000" dirty="0">
                <a:cs typeface="Arial" charset="0"/>
              </a:rPr>
              <a:t>= [∑(Xi- X )</a:t>
            </a:r>
            <a:r>
              <a:rPr lang="en-US" sz="2000" baseline="30000" dirty="0">
                <a:cs typeface="Arial" charset="0"/>
              </a:rPr>
              <a:t>2</a:t>
            </a:r>
            <a:r>
              <a:rPr lang="en-US" sz="2000" dirty="0">
                <a:cs typeface="Arial" charset="0"/>
              </a:rPr>
              <a:t> /(n-1)]</a:t>
            </a:r>
            <a:endParaRPr lang="en-US" sz="2000" baseline="30000" dirty="0">
              <a:cs typeface="Arial" charset="0"/>
            </a:endParaRPr>
          </a:p>
          <a:p>
            <a:pPr eaLnBrk="1" hangingPunct="1">
              <a:buFontTx/>
              <a:buNone/>
            </a:pPr>
            <a:r>
              <a:rPr lang="en-GB" sz="2000" dirty="0">
                <a:cs typeface="Arial" charset="0"/>
              </a:rPr>
              <a:t>S</a:t>
            </a:r>
            <a:r>
              <a:rPr lang="en-US" sz="2000" baseline="-25000" dirty="0">
                <a:cs typeface="Arial" charset="0"/>
              </a:rPr>
              <a:t> </a:t>
            </a:r>
            <a:r>
              <a:rPr lang="en-US" sz="2000" baseline="30000" dirty="0">
                <a:cs typeface="Arial" charset="0"/>
              </a:rPr>
              <a:t>2 </a:t>
            </a:r>
            <a:r>
              <a:rPr lang="en-US" sz="2000" dirty="0">
                <a:cs typeface="Arial" charset="0"/>
              </a:rPr>
              <a:t>= [280/(10-1)]  = 31.11</a:t>
            </a:r>
          </a:p>
          <a:p>
            <a:pPr eaLnBrk="1" hangingPunct="1">
              <a:buFontTx/>
              <a:buNone/>
            </a:pPr>
            <a:r>
              <a:rPr lang="en-GB" sz="2000" dirty="0">
                <a:cs typeface="Arial" charset="0"/>
              </a:rPr>
              <a:t>S</a:t>
            </a:r>
            <a:r>
              <a:rPr lang="ru-RU" sz="2000" dirty="0">
                <a:cs typeface="Arial" charset="0"/>
              </a:rPr>
              <a:t> </a:t>
            </a:r>
            <a:r>
              <a:rPr lang="en-US" sz="2000" baseline="30000" dirty="0">
                <a:cs typeface="Arial" charset="0"/>
              </a:rPr>
              <a:t>2</a:t>
            </a:r>
            <a:r>
              <a:rPr lang="en-US" sz="2000" dirty="0">
                <a:cs typeface="Arial" charset="0"/>
              </a:rPr>
              <a:t>= 31.11</a:t>
            </a:r>
          </a:p>
          <a:p>
            <a:pPr eaLnBrk="1" hangingPunct="1">
              <a:buFontTx/>
              <a:buNone/>
            </a:pPr>
            <a:endParaRPr lang="en-US" sz="2000" dirty="0">
              <a:cs typeface="Arial" charset="0"/>
            </a:endParaRPr>
          </a:p>
        </p:txBody>
      </p:sp>
      <p:sp>
        <p:nvSpPr>
          <p:cNvPr id="18435" name="Line 4"/>
          <p:cNvSpPr>
            <a:spLocks noChangeShapeType="1"/>
          </p:cNvSpPr>
          <p:nvPr/>
        </p:nvSpPr>
        <p:spPr bwMode="auto">
          <a:xfrm>
            <a:off x="347330" y="726558"/>
            <a:ext cx="304800" cy="0"/>
          </a:xfrm>
          <a:prstGeom prst="line">
            <a:avLst/>
          </a:prstGeom>
          <a:noFill/>
          <a:ln w="57150">
            <a:solidFill>
              <a:schemeClr val="tx1"/>
            </a:solidFill>
            <a:round/>
            <a:headEnd/>
            <a:tailEnd/>
          </a:ln>
        </p:spPr>
        <p:txBody>
          <a:bodyPr/>
          <a:lstStyle/>
          <a:p>
            <a:endParaRPr lang="en-US" sz="1200"/>
          </a:p>
        </p:txBody>
      </p:sp>
      <p:sp>
        <p:nvSpPr>
          <p:cNvPr id="18436" name="Line 5"/>
          <p:cNvSpPr>
            <a:spLocks noChangeShapeType="1"/>
          </p:cNvSpPr>
          <p:nvPr/>
        </p:nvSpPr>
        <p:spPr bwMode="auto">
          <a:xfrm>
            <a:off x="1857153" y="1222751"/>
            <a:ext cx="381000" cy="0"/>
          </a:xfrm>
          <a:prstGeom prst="line">
            <a:avLst/>
          </a:prstGeom>
          <a:noFill/>
          <a:ln w="28575">
            <a:solidFill>
              <a:schemeClr val="tx1"/>
            </a:solidFill>
            <a:round/>
            <a:headEnd/>
            <a:tailEnd/>
          </a:ln>
        </p:spPr>
        <p:txBody>
          <a:bodyPr/>
          <a:lstStyle/>
          <a:p>
            <a:endParaRPr lang="en-US" sz="1200"/>
          </a:p>
        </p:txBody>
      </p:sp>
      <p:sp>
        <p:nvSpPr>
          <p:cNvPr id="2" name="Rectangle 3">
            <a:extLst>
              <a:ext uri="{FF2B5EF4-FFF2-40B4-BE49-F238E27FC236}">
                <a16:creationId xmlns:a16="http://schemas.microsoft.com/office/drawing/2014/main" id="{88664062-75A1-AE84-AAB7-0F0BCB894B5F}"/>
              </a:ext>
            </a:extLst>
          </p:cNvPr>
          <p:cNvSpPr txBox="1">
            <a:spLocks noChangeArrowheads="1"/>
          </p:cNvSpPr>
          <p:nvPr/>
        </p:nvSpPr>
        <p:spPr bwMode="auto">
          <a:xfrm>
            <a:off x="4462130" y="623777"/>
            <a:ext cx="7719238" cy="544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4278" tIns="52139" rIns="104278" bIns="52139" numCol="1" anchor="t" anchorCtr="0" compatLnSpc="1">
            <a:prstTxWarp prst="textNoShape">
              <a:avLst/>
            </a:prstTxWarp>
          </a:bodyPr>
          <a:lstStyle>
            <a:lvl1pPr marL="354013" indent="-354013" algn="l" rtl="0" eaLnBrk="0" fontAlgn="base" hangingPunct="0">
              <a:lnSpc>
                <a:spcPct val="140000"/>
              </a:lnSpc>
              <a:spcBef>
                <a:spcPct val="20000"/>
              </a:spcBef>
              <a:spcAft>
                <a:spcPct val="0"/>
              </a:spcAft>
              <a:buClr>
                <a:schemeClr val="accent2"/>
              </a:buClr>
              <a:buFont typeface="Wingdings" panose="05000000000000000000" pitchFamily="2" charset="2"/>
              <a:buChar char="§"/>
              <a:defRPr sz="3200">
                <a:solidFill>
                  <a:schemeClr val="tx1"/>
                </a:solidFill>
                <a:latin typeface="+mn-lt"/>
                <a:ea typeface="+mn-ea"/>
                <a:cs typeface="MS PGothic" charset="0"/>
              </a:defRPr>
            </a:lvl1pPr>
            <a:lvl2pPr marL="766763" indent="-295275" algn="l" rtl="0" eaLnBrk="0" fontAlgn="base" hangingPunct="0">
              <a:lnSpc>
                <a:spcPct val="140000"/>
              </a:lnSpc>
              <a:spcBef>
                <a:spcPct val="20000"/>
              </a:spcBef>
              <a:spcAft>
                <a:spcPct val="0"/>
              </a:spcAft>
              <a:buClr>
                <a:schemeClr val="accent2"/>
              </a:buClr>
              <a:buFont typeface="Wingdings" panose="05000000000000000000" pitchFamily="2" charset="2"/>
              <a:buChar char="§"/>
              <a:defRPr sz="2500">
                <a:solidFill>
                  <a:schemeClr val="tx1"/>
                </a:solidFill>
                <a:latin typeface="+mn-lt"/>
                <a:ea typeface="+mn-ea"/>
                <a:cs typeface="MS PGothic" charset="0"/>
              </a:defRPr>
            </a:lvl2pPr>
            <a:lvl3pPr marL="1182688" indent="-234950" algn="l" rtl="0" eaLnBrk="0" fontAlgn="base" hangingPunct="0">
              <a:lnSpc>
                <a:spcPct val="140000"/>
              </a:lnSpc>
              <a:spcBef>
                <a:spcPct val="20000"/>
              </a:spcBef>
              <a:spcAft>
                <a:spcPct val="0"/>
              </a:spcAft>
              <a:buClr>
                <a:schemeClr val="accent2"/>
              </a:buClr>
              <a:buFont typeface="Wingdings" panose="05000000000000000000" pitchFamily="2" charset="2"/>
              <a:buChar char="§"/>
              <a:defRPr sz="2100">
                <a:solidFill>
                  <a:schemeClr val="tx1"/>
                </a:solidFill>
                <a:latin typeface="+mn-lt"/>
                <a:ea typeface="+mn-ea"/>
                <a:cs typeface="MS PGothic" charset="0"/>
              </a:defRPr>
            </a:lvl3pPr>
            <a:lvl4pPr marL="1654175" indent="-234950" algn="l" rtl="0" eaLnBrk="0" fontAlgn="base" hangingPunct="0">
              <a:lnSpc>
                <a:spcPct val="140000"/>
              </a:lnSpc>
              <a:spcBef>
                <a:spcPct val="20000"/>
              </a:spcBef>
              <a:spcAft>
                <a:spcPct val="0"/>
              </a:spcAft>
              <a:buClr>
                <a:schemeClr val="accent2"/>
              </a:buClr>
              <a:buFont typeface="Wingdings" panose="05000000000000000000" pitchFamily="2" charset="2"/>
              <a:buChar char="§"/>
              <a:defRPr sz="1400">
                <a:solidFill>
                  <a:schemeClr val="tx1"/>
                </a:solidFill>
                <a:latin typeface="+mn-lt"/>
                <a:ea typeface="+mn-ea"/>
                <a:cs typeface="MS PGothic" charset="0"/>
              </a:defRPr>
            </a:lvl4pPr>
            <a:lvl5pPr marL="2127250" indent="-234950" algn="l" rtl="0" eaLnBrk="0" fontAlgn="base" hangingPunct="0">
              <a:lnSpc>
                <a:spcPct val="140000"/>
              </a:lnSpc>
              <a:spcBef>
                <a:spcPct val="20000"/>
              </a:spcBef>
              <a:spcAft>
                <a:spcPct val="0"/>
              </a:spcAft>
              <a:buClr>
                <a:schemeClr val="accent2"/>
              </a:buClr>
              <a:buFont typeface="Wingdings" panose="05000000000000000000" pitchFamily="2" charset="2"/>
              <a:buChar char="§"/>
              <a:defRPr sz="1400">
                <a:solidFill>
                  <a:schemeClr val="tx1"/>
                </a:solidFill>
                <a:latin typeface="+mn-lt"/>
                <a:ea typeface="+mn-ea"/>
                <a:cs typeface="MS PGothic" charset="0"/>
              </a:defRPr>
            </a:lvl5pPr>
            <a:lvl6pPr marL="2602679" indent="-236607" algn="l" rtl="0" eaLnBrk="1" fontAlgn="base" hangingPunct="1">
              <a:lnSpc>
                <a:spcPct val="140000"/>
              </a:lnSpc>
              <a:spcBef>
                <a:spcPct val="20000"/>
              </a:spcBef>
              <a:spcAft>
                <a:spcPct val="0"/>
              </a:spcAft>
              <a:buClr>
                <a:schemeClr val="accent2"/>
              </a:buClr>
              <a:buFont typeface="Wingdings" pitchFamily="2" charset="2"/>
              <a:buChar char="§"/>
              <a:defRPr sz="1452">
                <a:solidFill>
                  <a:schemeClr val="tx1"/>
                </a:solidFill>
                <a:latin typeface="+mn-lt"/>
                <a:ea typeface="+mn-ea"/>
              </a:defRPr>
            </a:lvl6pPr>
            <a:lvl7pPr marL="3075894" indent="-236607" algn="l" rtl="0" eaLnBrk="1" fontAlgn="base" hangingPunct="1">
              <a:lnSpc>
                <a:spcPct val="140000"/>
              </a:lnSpc>
              <a:spcBef>
                <a:spcPct val="20000"/>
              </a:spcBef>
              <a:spcAft>
                <a:spcPct val="0"/>
              </a:spcAft>
              <a:buClr>
                <a:schemeClr val="accent2"/>
              </a:buClr>
              <a:buFont typeface="Wingdings" pitchFamily="2" charset="2"/>
              <a:buChar char="§"/>
              <a:defRPr sz="1452">
                <a:solidFill>
                  <a:schemeClr val="tx1"/>
                </a:solidFill>
                <a:latin typeface="+mn-lt"/>
                <a:ea typeface="+mn-ea"/>
              </a:defRPr>
            </a:lvl7pPr>
            <a:lvl8pPr marL="3549108" indent="-236607" algn="l" rtl="0" eaLnBrk="1" fontAlgn="base" hangingPunct="1">
              <a:lnSpc>
                <a:spcPct val="140000"/>
              </a:lnSpc>
              <a:spcBef>
                <a:spcPct val="20000"/>
              </a:spcBef>
              <a:spcAft>
                <a:spcPct val="0"/>
              </a:spcAft>
              <a:buClr>
                <a:schemeClr val="accent2"/>
              </a:buClr>
              <a:buFont typeface="Wingdings" pitchFamily="2" charset="2"/>
              <a:buChar char="§"/>
              <a:defRPr sz="1452">
                <a:solidFill>
                  <a:schemeClr val="tx1"/>
                </a:solidFill>
                <a:latin typeface="+mn-lt"/>
                <a:ea typeface="+mn-ea"/>
              </a:defRPr>
            </a:lvl8pPr>
            <a:lvl9pPr marL="4022322" indent="-236607" algn="l" rtl="0" eaLnBrk="1" fontAlgn="base" hangingPunct="1">
              <a:lnSpc>
                <a:spcPct val="140000"/>
              </a:lnSpc>
              <a:spcBef>
                <a:spcPct val="20000"/>
              </a:spcBef>
              <a:spcAft>
                <a:spcPct val="0"/>
              </a:spcAft>
              <a:buClr>
                <a:schemeClr val="accent2"/>
              </a:buClr>
              <a:buFont typeface="Wingdings" pitchFamily="2" charset="2"/>
              <a:buChar char="§"/>
              <a:defRPr sz="1452">
                <a:solidFill>
                  <a:schemeClr val="tx1"/>
                </a:solidFill>
                <a:latin typeface="+mn-lt"/>
                <a:ea typeface="+mn-ea"/>
              </a:defRPr>
            </a:lvl9pPr>
          </a:lstStyle>
          <a:p>
            <a:pPr eaLnBrk="1" hangingPunct="1">
              <a:lnSpc>
                <a:spcPct val="80000"/>
              </a:lnSpc>
              <a:buFontTx/>
              <a:buNone/>
            </a:pPr>
            <a:r>
              <a:rPr lang="en-US" sz="1800" kern="0" dirty="0"/>
              <a:t>Step 1: Let Null hypothesis be </a:t>
            </a:r>
          </a:p>
          <a:p>
            <a:pPr eaLnBrk="1" hangingPunct="1">
              <a:lnSpc>
                <a:spcPct val="80000"/>
              </a:lnSpc>
              <a:buFontTx/>
              <a:buNone/>
            </a:pPr>
            <a:r>
              <a:rPr lang="en-US" sz="1800" kern="0" dirty="0"/>
              <a:t>H</a:t>
            </a:r>
            <a:r>
              <a:rPr lang="en-US" sz="1800" kern="0" baseline="-25000" dirty="0"/>
              <a:t>0</a:t>
            </a:r>
            <a:r>
              <a:rPr lang="en-US" sz="1800" kern="0" dirty="0">
                <a:sym typeface="Wingdings" pitchFamily="2" charset="2"/>
              </a:rPr>
              <a:t> </a:t>
            </a:r>
            <a:r>
              <a:rPr lang="en-US" sz="1800" kern="0" dirty="0">
                <a:cs typeface="Arial" charset="0"/>
              </a:rPr>
              <a:t>(</a:t>
            </a:r>
            <a:r>
              <a:rPr lang="en-GB" sz="1800" kern="0" dirty="0" err="1">
                <a:cs typeface="Arial" charset="0"/>
              </a:rPr>
              <a:t>σ</a:t>
            </a:r>
            <a:r>
              <a:rPr lang="en-GB" sz="1800" kern="0" baseline="-25000" dirty="0" err="1">
                <a:cs typeface="Arial" charset="0"/>
              </a:rPr>
              <a:t>s</a:t>
            </a:r>
            <a:r>
              <a:rPr lang="ru-RU" sz="1800" kern="0" dirty="0">
                <a:cs typeface="Arial" charset="0"/>
              </a:rPr>
              <a:t> </a:t>
            </a:r>
            <a:r>
              <a:rPr lang="en-US" sz="1800" kern="0" baseline="30000" dirty="0">
                <a:cs typeface="Arial" charset="0"/>
              </a:rPr>
              <a:t>2</a:t>
            </a:r>
            <a:r>
              <a:rPr lang="en-US" sz="1800" kern="0" dirty="0">
                <a:cs typeface="Arial" charset="0"/>
              </a:rPr>
              <a:t>)=(</a:t>
            </a:r>
            <a:r>
              <a:rPr lang="el-GR" sz="1800" kern="0" dirty="0">
                <a:cs typeface="Arial" charset="0"/>
              </a:rPr>
              <a:t>σ</a:t>
            </a:r>
            <a:r>
              <a:rPr lang="ru-RU" sz="1800" kern="0" dirty="0">
                <a:cs typeface="Arial" charset="0"/>
              </a:rPr>
              <a:t> </a:t>
            </a:r>
            <a:r>
              <a:rPr lang="en-US" sz="1800" kern="0" baseline="30000" dirty="0">
                <a:cs typeface="Arial" charset="0"/>
              </a:rPr>
              <a:t>2</a:t>
            </a:r>
            <a:r>
              <a:rPr lang="en-US" sz="1800" kern="0" baseline="-25000" dirty="0">
                <a:cs typeface="Arial" charset="0"/>
              </a:rPr>
              <a:t>p</a:t>
            </a:r>
            <a:r>
              <a:rPr lang="en-US" sz="1800" kern="0" dirty="0">
                <a:cs typeface="Arial" charset="0"/>
              </a:rPr>
              <a:t>)</a:t>
            </a:r>
          </a:p>
          <a:p>
            <a:pPr eaLnBrk="1" hangingPunct="1">
              <a:lnSpc>
                <a:spcPct val="80000"/>
              </a:lnSpc>
              <a:buFontTx/>
              <a:buNone/>
            </a:pPr>
            <a:endParaRPr lang="en-US" sz="1800" kern="0" dirty="0">
              <a:cs typeface="Arial" charset="0"/>
            </a:endParaRPr>
          </a:p>
          <a:p>
            <a:pPr eaLnBrk="1" hangingPunct="1">
              <a:lnSpc>
                <a:spcPct val="80000"/>
              </a:lnSpc>
              <a:buFontTx/>
              <a:buNone/>
            </a:pPr>
            <a:r>
              <a:rPr lang="en-US" sz="1800" kern="0" dirty="0"/>
              <a:t>Alternative hypothesis </a:t>
            </a:r>
          </a:p>
          <a:p>
            <a:pPr eaLnBrk="1" hangingPunct="1">
              <a:lnSpc>
                <a:spcPct val="80000"/>
              </a:lnSpc>
              <a:buFontTx/>
              <a:buNone/>
            </a:pPr>
            <a:r>
              <a:rPr lang="en-US" sz="1800" kern="0" dirty="0">
                <a:cs typeface="Arial" charset="0"/>
              </a:rPr>
              <a:t>H</a:t>
            </a:r>
            <a:r>
              <a:rPr lang="en-US" sz="1800" kern="0" baseline="-25000" dirty="0">
                <a:cs typeface="Arial" charset="0"/>
              </a:rPr>
              <a:t>∞ </a:t>
            </a:r>
            <a:r>
              <a:rPr lang="en-US" sz="1800" kern="0" dirty="0">
                <a:sym typeface="Wingdings" pitchFamily="2" charset="2"/>
              </a:rPr>
              <a:t> </a:t>
            </a:r>
            <a:r>
              <a:rPr lang="en-US" sz="1800" kern="0" dirty="0">
                <a:cs typeface="Arial" charset="0"/>
              </a:rPr>
              <a:t>(</a:t>
            </a:r>
            <a:r>
              <a:rPr lang="en-GB" sz="1800" kern="0" dirty="0" err="1">
                <a:cs typeface="Arial" charset="0"/>
              </a:rPr>
              <a:t>σ</a:t>
            </a:r>
            <a:r>
              <a:rPr lang="en-GB" sz="1800" kern="0" baseline="-25000" dirty="0" err="1">
                <a:cs typeface="Arial" charset="0"/>
              </a:rPr>
              <a:t>s</a:t>
            </a:r>
            <a:r>
              <a:rPr lang="ru-RU" sz="1800" kern="0" dirty="0">
                <a:cs typeface="Arial" charset="0"/>
              </a:rPr>
              <a:t> </a:t>
            </a:r>
            <a:r>
              <a:rPr lang="en-US" sz="1800" kern="0" baseline="30000" dirty="0">
                <a:cs typeface="Arial" charset="0"/>
              </a:rPr>
              <a:t>2</a:t>
            </a:r>
            <a:r>
              <a:rPr lang="en-US" sz="1800" kern="0" dirty="0">
                <a:cs typeface="Arial" charset="0"/>
              </a:rPr>
              <a:t>)≠(</a:t>
            </a:r>
            <a:r>
              <a:rPr lang="el-GR" sz="1800" kern="0" dirty="0">
                <a:cs typeface="Arial" charset="0"/>
              </a:rPr>
              <a:t>σ</a:t>
            </a:r>
            <a:r>
              <a:rPr lang="ru-RU" sz="1800" kern="0" dirty="0">
                <a:cs typeface="Arial" charset="0"/>
              </a:rPr>
              <a:t> </a:t>
            </a:r>
            <a:r>
              <a:rPr lang="en-US" sz="1800" kern="0" baseline="30000" dirty="0">
                <a:cs typeface="Arial" charset="0"/>
              </a:rPr>
              <a:t>2</a:t>
            </a:r>
            <a:r>
              <a:rPr lang="en-US" sz="1800" kern="0" baseline="-25000" dirty="0">
                <a:cs typeface="Arial" charset="0"/>
              </a:rPr>
              <a:t>p</a:t>
            </a:r>
            <a:r>
              <a:rPr lang="en-US" sz="1800" kern="0" dirty="0">
                <a:cs typeface="Arial" charset="0"/>
              </a:rPr>
              <a:t>) </a:t>
            </a:r>
          </a:p>
          <a:p>
            <a:pPr eaLnBrk="1" hangingPunct="1">
              <a:lnSpc>
                <a:spcPct val="80000"/>
              </a:lnSpc>
              <a:buFontTx/>
              <a:buNone/>
            </a:pPr>
            <a:endParaRPr lang="en-US" sz="1800" kern="0" dirty="0"/>
          </a:p>
          <a:p>
            <a:pPr eaLnBrk="1" hangingPunct="1">
              <a:lnSpc>
                <a:spcPct val="80000"/>
              </a:lnSpc>
              <a:buFontTx/>
              <a:buNone/>
            </a:pPr>
            <a:r>
              <a:rPr lang="en-US" sz="1800" kern="0" dirty="0"/>
              <a:t>Step 2: To test this hypothesis Chi-square test can be used</a:t>
            </a:r>
          </a:p>
          <a:p>
            <a:pPr eaLnBrk="1" hangingPunct="1">
              <a:lnSpc>
                <a:spcPct val="80000"/>
              </a:lnSpc>
              <a:buFontTx/>
              <a:buNone/>
            </a:pPr>
            <a:endParaRPr lang="en-US" sz="1800" kern="0" dirty="0"/>
          </a:p>
          <a:p>
            <a:pPr eaLnBrk="1" hangingPunct="1">
              <a:lnSpc>
                <a:spcPct val="80000"/>
              </a:lnSpc>
              <a:buFontTx/>
              <a:buNone/>
            </a:pPr>
            <a:r>
              <a:rPr lang="en-US" sz="1800" kern="0" dirty="0"/>
              <a:t>Step 3: Level of significance is 5% and 1% </a:t>
            </a:r>
          </a:p>
          <a:p>
            <a:pPr eaLnBrk="1" hangingPunct="1">
              <a:lnSpc>
                <a:spcPct val="80000"/>
              </a:lnSpc>
              <a:buFontTx/>
              <a:buNone/>
            </a:pPr>
            <a:endParaRPr lang="en-US" sz="1800" kern="0" dirty="0"/>
          </a:p>
          <a:p>
            <a:pPr eaLnBrk="1" hangingPunct="1">
              <a:lnSpc>
                <a:spcPct val="80000"/>
              </a:lnSpc>
              <a:buFontTx/>
              <a:buNone/>
            </a:pPr>
            <a:r>
              <a:rPr lang="en-US" sz="1800" kern="0" dirty="0"/>
              <a:t>Step 4:  Degree of freedom is </a:t>
            </a:r>
            <a:r>
              <a:rPr lang="en-US" sz="1800" kern="0" dirty="0">
                <a:sym typeface="Wingdings" pitchFamily="2" charset="2"/>
              </a:rPr>
              <a:t> </a:t>
            </a:r>
            <a:r>
              <a:rPr lang="en-US" sz="1800" kern="0" dirty="0"/>
              <a:t>(n-1) that is (10-1) </a:t>
            </a:r>
          </a:p>
          <a:p>
            <a:pPr eaLnBrk="1" hangingPunct="1">
              <a:lnSpc>
                <a:spcPct val="80000"/>
              </a:lnSpc>
              <a:buFontTx/>
              <a:buNone/>
            </a:pPr>
            <a:r>
              <a:rPr lang="en-US" sz="1800" kern="0" dirty="0" err="1"/>
              <a:t>d.f</a:t>
            </a:r>
            <a:r>
              <a:rPr lang="en-US" sz="1800" kern="0" dirty="0">
                <a:sym typeface="Wingdings" pitchFamily="2" charset="2"/>
              </a:rPr>
              <a:t> 9 </a:t>
            </a:r>
            <a:r>
              <a:rPr lang="en-US" sz="1800" kern="0" dirty="0" err="1">
                <a:sym typeface="Wingdings" pitchFamily="2" charset="2"/>
              </a:rPr>
              <a:t>d.f</a:t>
            </a:r>
            <a:endParaRPr lang="en-US" sz="1800" kern="0" dirty="0"/>
          </a:p>
          <a:p>
            <a:pPr eaLnBrk="1" hangingPunct="1">
              <a:lnSpc>
                <a:spcPct val="80000"/>
              </a:lnSpc>
              <a:buFontTx/>
              <a:buNone/>
            </a:pPr>
            <a:endParaRPr lang="en-US" sz="1800" kern="0" dirty="0"/>
          </a:p>
          <a:p>
            <a:pPr eaLnBrk="1" hangingPunct="1">
              <a:lnSpc>
                <a:spcPct val="80000"/>
              </a:lnSpc>
              <a:buFontTx/>
              <a:buNone/>
            </a:pPr>
            <a:r>
              <a:rPr lang="en-US" sz="1800" kern="0" dirty="0"/>
              <a:t>Step 5: Calculated value </a:t>
            </a:r>
          </a:p>
          <a:p>
            <a:pPr eaLnBrk="1" hangingPunct="1">
              <a:lnSpc>
                <a:spcPct val="80000"/>
              </a:lnSpc>
              <a:buFontTx/>
              <a:buNone/>
            </a:pPr>
            <a:r>
              <a:rPr lang="en-US" sz="1800" kern="0" dirty="0">
                <a:cs typeface="Arial" charset="0"/>
              </a:rPr>
              <a:t>[(</a:t>
            </a:r>
            <a:r>
              <a:rPr lang="en-GB" sz="1800" kern="0" dirty="0">
                <a:cs typeface="Arial" charset="0"/>
              </a:rPr>
              <a:t>S</a:t>
            </a:r>
            <a:r>
              <a:rPr lang="ru-RU" sz="1800" kern="0" dirty="0">
                <a:cs typeface="Arial" charset="0"/>
              </a:rPr>
              <a:t> </a:t>
            </a:r>
            <a:r>
              <a:rPr lang="en-US" sz="1800" kern="0" baseline="30000" dirty="0">
                <a:cs typeface="Arial" charset="0"/>
              </a:rPr>
              <a:t>2</a:t>
            </a:r>
            <a:r>
              <a:rPr lang="en-US" sz="1800" kern="0" dirty="0">
                <a:cs typeface="Arial" charset="0"/>
              </a:rPr>
              <a:t>)/(</a:t>
            </a:r>
            <a:r>
              <a:rPr lang="el-GR" sz="1800" kern="0" dirty="0">
                <a:cs typeface="Arial" charset="0"/>
              </a:rPr>
              <a:t>σ</a:t>
            </a:r>
            <a:r>
              <a:rPr lang="ru-RU" sz="1800" kern="0" dirty="0">
                <a:cs typeface="Arial" charset="0"/>
              </a:rPr>
              <a:t> </a:t>
            </a:r>
            <a:r>
              <a:rPr lang="en-US" sz="1800" kern="0" baseline="30000" dirty="0">
                <a:cs typeface="Arial" charset="0"/>
              </a:rPr>
              <a:t>2</a:t>
            </a:r>
            <a:r>
              <a:rPr lang="en-US" sz="1800" kern="0" baseline="-25000" dirty="0">
                <a:cs typeface="Arial" charset="0"/>
              </a:rPr>
              <a:t>p</a:t>
            </a:r>
            <a:r>
              <a:rPr lang="en-US" sz="1800" kern="0" dirty="0">
                <a:cs typeface="Arial" charset="0"/>
              </a:rPr>
              <a:t>)](</a:t>
            </a:r>
            <a:r>
              <a:rPr lang="en-US" sz="1800" kern="0" dirty="0" err="1">
                <a:cs typeface="Arial" charset="0"/>
              </a:rPr>
              <a:t>d.f.</a:t>
            </a:r>
            <a:r>
              <a:rPr lang="en-US" sz="1800" kern="0" dirty="0">
                <a:cs typeface="Arial" charset="0"/>
              </a:rPr>
              <a:t>)</a:t>
            </a:r>
            <a:r>
              <a:rPr lang="en-US" sz="1800" kern="0" dirty="0"/>
              <a:t>= [31.11/20](9)= </a:t>
            </a:r>
            <a:r>
              <a:rPr lang="en-US" sz="1800" u="sng" kern="0" dirty="0"/>
              <a:t>13.99</a:t>
            </a:r>
          </a:p>
          <a:p>
            <a:pPr eaLnBrk="1" hangingPunct="1">
              <a:lnSpc>
                <a:spcPct val="80000"/>
              </a:lnSpc>
              <a:buFontTx/>
              <a:buNone/>
            </a:pPr>
            <a:endParaRPr lang="en-US" sz="1800" kern="0" dirty="0"/>
          </a:p>
          <a:p>
            <a:pPr eaLnBrk="1" hangingPunct="1">
              <a:lnSpc>
                <a:spcPct val="80000"/>
              </a:lnSpc>
              <a:buFontTx/>
              <a:buNone/>
            </a:pPr>
            <a:r>
              <a:rPr lang="en-US" sz="1800" kern="0" dirty="0"/>
              <a:t>The table value of Chi-square </a:t>
            </a:r>
          </a:p>
          <a:p>
            <a:pPr eaLnBrk="1" hangingPunct="1">
              <a:lnSpc>
                <a:spcPct val="80000"/>
              </a:lnSpc>
            </a:pPr>
            <a:r>
              <a:rPr lang="en-US" sz="1800" kern="0" dirty="0"/>
              <a:t>9 </a:t>
            </a:r>
            <a:r>
              <a:rPr lang="en-US" sz="1800" kern="0" dirty="0" err="1"/>
              <a:t>d.f</a:t>
            </a:r>
            <a:r>
              <a:rPr lang="en-US" sz="1800" kern="0" dirty="0"/>
              <a:t> at 5%  is </a:t>
            </a:r>
            <a:r>
              <a:rPr lang="en-US" sz="1800" kern="0" dirty="0">
                <a:sym typeface="Wingdings" pitchFamily="2" charset="2"/>
              </a:rPr>
              <a:t>16.92</a:t>
            </a:r>
          </a:p>
          <a:p>
            <a:pPr eaLnBrk="1" hangingPunct="1">
              <a:lnSpc>
                <a:spcPct val="80000"/>
              </a:lnSpc>
            </a:pPr>
            <a:r>
              <a:rPr lang="en-US" sz="1800" kern="0" dirty="0"/>
              <a:t>9 </a:t>
            </a:r>
            <a:r>
              <a:rPr lang="en-US" sz="1800" kern="0" dirty="0" err="1"/>
              <a:t>d.f</a:t>
            </a:r>
            <a:r>
              <a:rPr lang="en-US" sz="1800" kern="0" dirty="0"/>
              <a:t> at 1%  is </a:t>
            </a:r>
            <a:r>
              <a:rPr lang="en-US" sz="1800" kern="0" dirty="0">
                <a:sym typeface="Wingdings" pitchFamily="2" charset="2"/>
              </a:rPr>
              <a:t>21.67</a:t>
            </a:r>
            <a:endParaRPr lang="en-US" sz="1800" kern="0" dirty="0"/>
          </a:p>
          <a:p>
            <a:pPr eaLnBrk="1" hangingPunct="1">
              <a:lnSpc>
                <a:spcPct val="80000"/>
              </a:lnSpc>
              <a:buFontTx/>
              <a:buNone/>
            </a:pPr>
            <a:r>
              <a:rPr lang="en-US" sz="1800" kern="0" dirty="0"/>
              <a:t> </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type="body" idx="1"/>
          </p:nvPr>
        </p:nvSpPr>
        <p:spPr>
          <a:xfrm>
            <a:off x="499730" y="276447"/>
            <a:ext cx="11121656" cy="6002117"/>
          </a:xfrm>
        </p:spPr>
        <p:txBody>
          <a:bodyPr/>
          <a:lstStyle/>
          <a:p>
            <a:pPr marL="0" indent="0" eaLnBrk="1" hangingPunct="1">
              <a:buFontTx/>
              <a:buNone/>
            </a:pPr>
            <a:r>
              <a:rPr lang="en-US" sz="2000" b="1" dirty="0"/>
              <a:t>Interpretation:</a:t>
            </a:r>
          </a:p>
          <a:p>
            <a:pPr marL="0" indent="0" eaLnBrk="1" hangingPunct="1">
              <a:buFontTx/>
              <a:buNone/>
            </a:pPr>
            <a:r>
              <a:rPr lang="en-US" sz="2000" dirty="0"/>
              <a:t>At 5% level of significance the calculated value 13.99 less than the table value 16.92 hence the null hypothesis is accepted.  </a:t>
            </a:r>
          </a:p>
          <a:p>
            <a:pPr marL="0" indent="0" eaLnBrk="1" hangingPunct="1">
              <a:buFontTx/>
              <a:buNone/>
            </a:pPr>
            <a:r>
              <a:rPr lang="en-US" sz="2000" dirty="0">
                <a:solidFill>
                  <a:srgbClr val="0000FF"/>
                </a:solidFill>
              </a:rPr>
              <a:t>That is the variance of the given distribution can be taken as 20kgs at 5 percent level of significance</a:t>
            </a:r>
          </a:p>
          <a:p>
            <a:pPr marL="0" indent="0" eaLnBrk="1" hangingPunct="1">
              <a:buFontTx/>
              <a:buNone/>
            </a:pPr>
            <a:r>
              <a:rPr lang="en-US" sz="2000" dirty="0"/>
              <a:t>At 1% level of significance the calculated value 13.99 less than the table value 21.67 hence the null hypothesis is accepted.  </a:t>
            </a:r>
          </a:p>
          <a:p>
            <a:pPr marL="0" indent="0" eaLnBrk="1" hangingPunct="1">
              <a:buFontTx/>
              <a:buNone/>
            </a:pPr>
            <a:r>
              <a:rPr lang="en-US" sz="2000" dirty="0">
                <a:solidFill>
                  <a:srgbClr val="0000FF"/>
                </a:solidFill>
              </a:rPr>
              <a:t>That is the variance of the given distribution can be taken as 20kgs at 1 percent level of significance</a:t>
            </a:r>
          </a:p>
          <a:p>
            <a:pPr eaLnBrk="1" hangingPunct="1">
              <a:buFontTx/>
              <a:buNone/>
            </a:pPr>
            <a:endParaRPr lang="en-US" sz="2000" dirty="0"/>
          </a:p>
          <a:p>
            <a:pPr eaLnBrk="1" hangingPunct="1">
              <a:buFontTx/>
              <a:buNone/>
            </a:pPr>
            <a:endParaRPr lang="en-US" sz="20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Content Placeholder 2"/>
          <p:cNvSpPr>
            <a:spLocks noGrp="1"/>
          </p:cNvSpPr>
          <p:nvPr>
            <p:ph idx="1"/>
          </p:nvPr>
        </p:nvSpPr>
        <p:spPr>
          <a:xfrm>
            <a:off x="507999" y="914400"/>
            <a:ext cx="11251609" cy="5745163"/>
          </a:xfrm>
        </p:spPr>
        <p:txBody>
          <a:bodyPr/>
          <a:lstStyle/>
          <a:p>
            <a:pPr>
              <a:buFontTx/>
              <a:buNone/>
            </a:pPr>
            <a:r>
              <a:rPr lang="en-US" sz="2000" b="1" dirty="0"/>
              <a:t>Degree of  freedom</a:t>
            </a:r>
            <a:r>
              <a:rPr lang="en-US" sz="2000" dirty="0"/>
              <a:t>: (r-1)*(c-1) where k is number of classes </a:t>
            </a:r>
          </a:p>
          <a:p>
            <a:pPr>
              <a:buFontTx/>
              <a:buNone/>
            </a:pPr>
            <a:r>
              <a:rPr lang="en-US" sz="2000" b="1" dirty="0"/>
              <a:t>Test statistics</a:t>
            </a:r>
            <a:r>
              <a:rPr lang="en-US" sz="2000" dirty="0"/>
              <a:t>:</a:t>
            </a:r>
          </a:p>
          <a:p>
            <a:pPr>
              <a:buFontTx/>
              <a:buNone/>
            </a:pPr>
            <a:endParaRPr lang="en-US" sz="2000" dirty="0"/>
          </a:p>
          <a:p>
            <a:pPr>
              <a:buFontTx/>
              <a:buNone/>
            </a:pPr>
            <a:endParaRPr lang="en-US" sz="2000" dirty="0"/>
          </a:p>
          <a:p>
            <a:pPr>
              <a:buFontTx/>
              <a:buNone/>
            </a:pPr>
            <a:r>
              <a:rPr lang="en-US" sz="2000" dirty="0" err="1"/>
              <a:t>Oi</a:t>
            </a:r>
            <a:r>
              <a:rPr lang="en-US" sz="2000" dirty="0"/>
              <a:t>= Observed value or Observed frequency</a:t>
            </a:r>
          </a:p>
          <a:p>
            <a:pPr>
              <a:buFontTx/>
              <a:buNone/>
            </a:pPr>
            <a:r>
              <a:rPr lang="en-US" sz="2000" dirty="0" err="1"/>
              <a:t>e</a:t>
            </a:r>
            <a:r>
              <a:rPr lang="en-US" sz="2000" baseline="-25000" dirty="0" err="1"/>
              <a:t>i</a:t>
            </a:r>
            <a:r>
              <a:rPr lang="en-US" sz="2000" baseline="-25000" dirty="0"/>
              <a:t> = </a:t>
            </a:r>
            <a:r>
              <a:rPr lang="en-US" sz="2000" dirty="0"/>
              <a:t> Expected value or Expected Frequency</a:t>
            </a:r>
            <a:endParaRPr lang="en-US" sz="2000" baseline="-25000" dirty="0"/>
          </a:p>
          <a:p>
            <a:pPr>
              <a:buFontTx/>
              <a:buNone/>
            </a:pPr>
            <a:endParaRPr lang="en-US" sz="2000" dirty="0"/>
          </a:p>
          <a:p>
            <a:pPr>
              <a:buFontTx/>
              <a:buNone/>
            </a:pPr>
            <a:endParaRPr lang="en-US" sz="2000" dirty="0"/>
          </a:p>
          <a:p>
            <a:pPr>
              <a:buFontTx/>
              <a:buNone/>
            </a:pPr>
            <a:endParaRPr lang="en-IN" sz="2000" dirty="0"/>
          </a:p>
        </p:txBody>
      </p:sp>
      <p:graphicFrame>
        <p:nvGraphicFramePr>
          <p:cNvPr id="3074" name="Object 2"/>
          <p:cNvGraphicFramePr>
            <a:graphicFrameLocks noChangeAspect="1"/>
          </p:cNvGraphicFramePr>
          <p:nvPr>
            <p:extLst>
              <p:ext uri="{D42A27DB-BD31-4B8C-83A1-F6EECF244321}">
                <p14:modId xmlns:p14="http://schemas.microsoft.com/office/powerpoint/2010/main" val="2407020364"/>
              </p:ext>
            </p:extLst>
          </p:nvPr>
        </p:nvGraphicFramePr>
        <p:xfrm>
          <a:off x="2569535" y="1699437"/>
          <a:ext cx="2895600" cy="990600"/>
        </p:xfrm>
        <a:graphic>
          <a:graphicData uri="http://schemas.openxmlformats.org/presentationml/2006/ole">
            <mc:AlternateContent xmlns:mc="http://schemas.openxmlformats.org/markup-compatibility/2006">
              <mc:Choice xmlns:v="urn:schemas-microsoft-com:vml" Requires="v">
                <p:oleObj name="Equation" r:id="rId2" imgW="1130040" imgH="457200" progId="Equation.3">
                  <p:embed/>
                </p:oleObj>
              </mc:Choice>
              <mc:Fallback>
                <p:oleObj name="Equation" r:id="rId2" imgW="1130040" imgH="457200" progId="Equation.3">
                  <p:embed/>
                  <p:pic>
                    <p:nvPicPr>
                      <p:cNvPr id="307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9535" y="1699437"/>
                        <a:ext cx="2895600"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a:extLst>
              <a:ext uri="{FF2B5EF4-FFF2-40B4-BE49-F238E27FC236}">
                <a16:creationId xmlns:a16="http://schemas.microsoft.com/office/drawing/2014/main" id="{8AC40124-891C-C3B0-AD93-1DA60A1B6B98}"/>
              </a:ext>
            </a:extLst>
          </p:cNvPr>
          <p:cNvSpPr>
            <a:spLocks noGrp="1"/>
          </p:cNvSpPr>
          <p:nvPr>
            <p:ph type="title"/>
          </p:nvPr>
        </p:nvSpPr>
        <p:spPr>
          <a:xfrm>
            <a:off x="508000" y="228600"/>
            <a:ext cx="10972800" cy="685800"/>
          </a:xfrm>
        </p:spPr>
        <p:txBody>
          <a:bodyPr/>
          <a:lstStyle/>
          <a:p>
            <a:r>
              <a:rPr lang="en-GB" sz="3200" dirty="0"/>
              <a:t>Chi square test for independent factor </a:t>
            </a:r>
            <a:endParaRPr lang="en-IN" dirty="0"/>
          </a:p>
        </p:txBody>
      </p:sp>
      <p:sp>
        <p:nvSpPr>
          <p:cNvPr id="4" name="TextBox 3">
            <a:extLst>
              <a:ext uri="{FF2B5EF4-FFF2-40B4-BE49-F238E27FC236}">
                <a16:creationId xmlns:a16="http://schemas.microsoft.com/office/drawing/2014/main" id="{91AB35C2-7D8E-2711-5E1E-9A4BAEF09523}"/>
              </a:ext>
            </a:extLst>
          </p:cNvPr>
          <p:cNvSpPr txBox="1"/>
          <p:nvPr/>
        </p:nvSpPr>
        <p:spPr>
          <a:xfrm>
            <a:off x="536944" y="3826447"/>
            <a:ext cx="9856382" cy="3099631"/>
          </a:xfrm>
          <a:prstGeom prst="rect">
            <a:avLst/>
          </a:prstGeom>
          <a:noFill/>
        </p:spPr>
        <p:txBody>
          <a:bodyPr wrap="square">
            <a:spAutoFit/>
          </a:bodyPr>
          <a:lstStyle/>
          <a:p>
            <a:pPr>
              <a:lnSpc>
                <a:spcPct val="200000"/>
              </a:lnSpc>
              <a:buFontTx/>
              <a:buNone/>
            </a:pPr>
            <a:r>
              <a:rPr lang="en-US" sz="1800" b="1" dirty="0"/>
              <a:t>Null hypothesis</a:t>
            </a:r>
            <a:r>
              <a:rPr lang="en-US" sz="1800" dirty="0"/>
              <a:t>:</a:t>
            </a:r>
          </a:p>
          <a:p>
            <a:pPr>
              <a:lnSpc>
                <a:spcPct val="200000"/>
              </a:lnSpc>
              <a:buFontTx/>
              <a:buNone/>
            </a:pPr>
            <a:r>
              <a:rPr lang="en-US" sz="1800" dirty="0"/>
              <a:t>There is no association (or Independence) of one factor on the other.</a:t>
            </a:r>
          </a:p>
          <a:p>
            <a:pPr>
              <a:lnSpc>
                <a:spcPct val="200000"/>
              </a:lnSpc>
              <a:buFontTx/>
              <a:buNone/>
            </a:pPr>
            <a:r>
              <a:rPr lang="en-US" sz="1800" b="1" dirty="0"/>
              <a:t>Alternative hypothesis</a:t>
            </a:r>
            <a:r>
              <a:rPr lang="en-US" sz="1800" dirty="0"/>
              <a:t>:</a:t>
            </a:r>
          </a:p>
          <a:p>
            <a:pPr>
              <a:lnSpc>
                <a:spcPct val="200000"/>
              </a:lnSpc>
              <a:buFontTx/>
              <a:buNone/>
            </a:pPr>
            <a:r>
              <a:rPr lang="en-US" sz="1800" dirty="0"/>
              <a:t>There is association (or dependence) between one factor on another</a:t>
            </a:r>
          </a:p>
          <a:p>
            <a:pPr>
              <a:lnSpc>
                <a:spcPct val="200000"/>
              </a:lnSpc>
              <a:buFontTx/>
              <a:buNone/>
            </a:pPr>
            <a:r>
              <a:rPr lang="en-US" sz="1400" dirty="0"/>
              <a:t>Example: </a:t>
            </a:r>
            <a:r>
              <a:rPr lang="en-US" sz="1400" dirty="0">
                <a:hlinkClick r:id="rId4"/>
              </a:rPr>
              <a:t>Chi-Square Test for Feature Selection in Machine learning | by </a:t>
            </a:r>
            <a:r>
              <a:rPr lang="en-US" sz="1400" dirty="0" err="1">
                <a:hlinkClick r:id="rId4"/>
              </a:rPr>
              <a:t>sampath</a:t>
            </a:r>
            <a:r>
              <a:rPr lang="en-US" sz="1400" dirty="0">
                <a:hlinkClick r:id="rId4"/>
              </a:rPr>
              <a:t> </a:t>
            </a:r>
            <a:r>
              <a:rPr lang="en-US" sz="1400" dirty="0" err="1">
                <a:hlinkClick r:id="rId4"/>
              </a:rPr>
              <a:t>kumar</a:t>
            </a:r>
            <a:r>
              <a:rPr lang="en-US" sz="1400" dirty="0">
                <a:hlinkClick r:id="rId4"/>
              </a:rPr>
              <a:t> </a:t>
            </a:r>
            <a:r>
              <a:rPr lang="en-US" sz="1400" dirty="0" err="1">
                <a:hlinkClick r:id="rId4"/>
              </a:rPr>
              <a:t>gajawada</a:t>
            </a:r>
            <a:r>
              <a:rPr lang="en-US" sz="1400" dirty="0">
                <a:hlinkClick r:id="rId4"/>
              </a:rPr>
              <a:t> | TDS Archive | Medium</a:t>
            </a:r>
            <a:endParaRPr lang="en-IN" sz="1400"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74F6F-1E2F-D6D4-57B4-9773597AEC56}"/>
            </a:ext>
          </a:extLst>
        </p:cNvPr>
        <p:cNvGrpSpPr/>
        <p:nvPr/>
      </p:nvGrpSpPr>
      <p:grpSpPr>
        <a:xfrm>
          <a:off x="0" y="0"/>
          <a:ext cx="0" cy="0"/>
          <a:chOff x="0" y="0"/>
          <a:chExt cx="0" cy="0"/>
        </a:xfrm>
      </p:grpSpPr>
      <p:sp>
        <p:nvSpPr>
          <p:cNvPr id="3075" name="Content Placeholder 2">
            <a:extLst>
              <a:ext uri="{FF2B5EF4-FFF2-40B4-BE49-F238E27FC236}">
                <a16:creationId xmlns:a16="http://schemas.microsoft.com/office/drawing/2014/main" id="{C4B51CD3-D42A-0703-CD89-E0FF8487515E}"/>
              </a:ext>
            </a:extLst>
          </p:cNvPr>
          <p:cNvSpPr>
            <a:spLocks noGrp="1"/>
          </p:cNvSpPr>
          <p:nvPr>
            <p:ph idx="1"/>
          </p:nvPr>
        </p:nvSpPr>
        <p:spPr>
          <a:xfrm>
            <a:off x="507999" y="914400"/>
            <a:ext cx="11251609" cy="5745163"/>
          </a:xfrm>
        </p:spPr>
        <p:txBody>
          <a:bodyPr/>
          <a:lstStyle/>
          <a:p>
            <a:pPr>
              <a:lnSpc>
                <a:spcPct val="100000"/>
              </a:lnSpc>
              <a:buFontTx/>
              <a:buNone/>
            </a:pPr>
            <a:r>
              <a:rPr lang="en-US" sz="2000" b="1" dirty="0"/>
              <a:t>Application</a:t>
            </a:r>
            <a:r>
              <a:rPr lang="en-US" sz="2000" dirty="0"/>
              <a:t>: Feature selection in machine learning</a:t>
            </a:r>
          </a:p>
          <a:p>
            <a:pPr marL="0" indent="0" algn="just">
              <a:lnSpc>
                <a:spcPct val="100000"/>
              </a:lnSpc>
              <a:buFontTx/>
              <a:buNone/>
            </a:pPr>
            <a:r>
              <a:rPr lang="en-US" sz="2000" b="1" dirty="0"/>
              <a:t>Nature</a:t>
            </a:r>
            <a:r>
              <a:rPr lang="en-US" sz="2000" dirty="0"/>
              <a:t>: </a:t>
            </a:r>
          </a:p>
          <a:p>
            <a:pPr algn="just">
              <a:lnSpc>
                <a:spcPct val="100000"/>
              </a:lnSpc>
            </a:pPr>
            <a:r>
              <a:rPr lang="en-US" sz="2000" dirty="0"/>
              <a:t>When two features are independent, the observed count is close to the expected count, thus we will have smaller computed Chi-Square value. </a:t>
            </a:r>
          </a:p>
          <a:p>
            <a:pPr algn="just">
              <a:lnSpc>
                <a:spcPct val="100000"/>
              </a:lnSpc>
            </a:pPr>
            <a:r>
              <a:rPr lang="en-US" sz="2000" dirty="0"/>
              <a:t>Higher the Chi-Square table value the feature is more dependent on the target variable and it can be selected for model training.</a:t>
            </a:r>
            <a:endParaRPr lang="en-IN" sz="2000" dirty="0"/>
          </a:p>
        </p:txBody>
      </p:sp>
      <p:sp>
        <p:nvSpPr>
          <p:cNvPr id="2" name="Title 1">
            <a:extLst>
              <a:ext uri="{FF2B5EF4-FFF2-40B4-BE49-F238E27FC236}">
                <a16:creationId xmlns:a16="http://schemas.microsoft.com/office/drawing/2014/main" id="{07FB4185-1DF7-0CED-A359-8FE6D612CA61}"/>
              </a:ext>
            </a:extLst>
          </p:cNvPr>
          <p:cNvSpPr>
            <a:spLocks noGrp="1"/>
          </p:cNvSpPr>
          <p:nvPr>
            <p:ph type="title"/>
          </p:nvPr>
        </p:nvSpPr>
        <p:spPr>
          <a:xfrm>
            <a:off x="508000" y="228600"/>
            <a:ext cx="10972800" cy="685800"/>
          </a:xfrm>
        </p:spPr>
        <p:txBody>
          <a:bodyPr/>
          <a:lstStyle/>
          <a:p>
            <a:r>
              <a:rPr lang="en-GB" sz="3200" dirty="0"/>
              <a:t>Chi square test for independent factor</a:t>
            </a:r>
            <a:endParaRPr lang="en-IN" dirty="0"/>
          </a:p>
        </p:txBody>
      </p:sp>
      <p:sp>
        <p:nvSpPr>
          <p:cNvPr id="4" name="TextBox 3">
            <a:extLst>
              <a:ext uri="{FF2B5EF4-FFF2-40B4-BE49-F238E27FC236}">
                <a16:creationId xmlns:a16="http://schemas.microsoft.com/office/drawing/2014/main" id="{FA4960CB-15F3-F772-B33C-10EC30E6ED86}"/>
              </a:ext>
            </a:extLst>
          </p:cNvPr>
          <p:cNvSpPr txBox="1"/>
          <p:nvPr/>
        </p:nvSpPr>
        <p:spPr>
          <a:xfrm>
            <a:off x="507999" y="3140647"/>
            <a:ext cx="11520377" cy="2862322"/>
          </a:xfrm>
          <a:prstGeom prst="rect">
            <a:avLst/>
          </a:prstGeom>
          <a:noFill/>
        </p:spPr>
        <p:txBody>
          <a:bodyPr wrap="square">
            <a:spAutoFit/>
          </a:bodyPr>
          <a:lstStyle/>
          <a:p>
            <a:pPr>
              <a:buFontTx/>
              <a:buNone/>
            </a:pPr>
            <a:r>
              <a:rPr lang="en-US" sz="2000" b="1" dirty="0"/>
              <a:t>Scenario: </a:t>
            </a:r>
            <a:r>
              <a:rPr lang="en-US" sz="2000" dirty="0"/>
              <a:t>Determine why customers are leaving the bank!</a:t>
            </a:r>
          </a:p>
          <a:p>
            <a:pPr>
              <a:buFontTx/>
              <a:buNone/>
            </a:pPr>
            <a:endParaRPr lang="en-US" sz="2000" dirty="0"/>
          </a:p>
          <a:p>
            <a:pPr>
              <a:buFontTx/>
              <a:buNone/>
            </a:pPr>
            <a:r>
              <a:rPr lang="en-US" sz="2000" b="1" dirty="0"/>
              <a:t>Gender </a:t>
            </a:r>
            <a:r>
              <a:rPr lang="en-US" sz="2000" dirty="0"/>
              <a:t>of a customer with values as Male/Female as the independent features and </a:t>
            </a:r>
            <a:r>
              <a:rPr lang="en-US" sz="2000" b="1" dirty="0"/>
              <a:t>Exited </a:t>
            </a:r>
            <a:r>
              <a:rPr lang="en-US" sz="2000" dirty="0"/>
              <a:t>as the target describes whether a customer is leaving the bank with values Yes/No is independent of one factor on the other.</a:t>
            </a:r>
          </a:p>
          <a:p>
            <a:pPr>
              <a:buFontTx/>
              <a:buNone/>
            </a:pPr>
            <a:endParaRPr lang="en-US" sz="2000" dirty="0"/>
          </a:p>
          <a:p>
            <a:r>
              <a:rPr lang="en-US" sz="2000" b="1" dirty="0"/>
              <a:t>H0</a:t>
            </a:r>
            <a:r>
              <a:rPr lang="en-US" sz="2000" dirty="0"/>
              <a:t>: Two variables are independent.</a:t>
            </a:r>
          </a:p>
          <a:p>
            <a:r>
              <a:rPr lang="en-US" sz="2000" b="1" dirty="0"/>
              <a:t>H1</a:t>
            </a:r>
            <a:r>
              <a:rPr lang="en-US" sz="2000" dirty="0"/>
              <a:t>: Two variables are not independent.</a:t>
            </a:r>
          </a:p>
          <a:p>
            <a:pPr>
              <a:buFontTx/>
              <a:buNone/>
            </a:pPr>
            <a:endParaRPr lang="en-US" sz="2000" dirty="0"/>
          </a:p>
        </p:txBody>
      </p:sp>
    </p:spTree>
    <p:extLst>
      <p:ext uri="{BB962C8B-B14F-4D97-AF65-F5344CB8AC3E}">
        <p14:creationId xmlns:p14="http://schemas.microsoft.com/office/powerpoint/2010/main" val="298192072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5D4F5-F194-D49B-4957-174DBEE560B8}"/>
              </a:ext>
            </a:extLst>
          </p:cNvPr>
          <p:cNvSpPr>
            <a:spLocks noGrp="1"/>
          </p:cNvSpPr>
          <p:nvPr>
            <p:ph type="title"/>
          </p:nvPr>
        </p:nvSpPr>
        <p:spPr/>
        <p:txBody>
          <a:bodyPr/>
          <a:lstStyle/>
          <a:p>
            <a:r>
              <a:rPr lang="en-GB" sz="2800" dirty="0"/>
              <a:t>Chi square test for independent factor</a:t>
            </a:r>
            <a:endParaRPr lang="en-IN" dirty="0"/>
          </a:p>
        </p:txBody>
      </p:sp>
      <p:sp>
        <p:nvSpPr>
          <p:cNvPr id="3" name="Content Placeholder 2">
            <a:extLst>
              <a:ext uri="{FF2B5EF4-FFF2-40B4-BE49-F238E27FC236}">
                <a16:creationId xmlns:a16="http://schemas.microsoft.com/office/drawing/2014/main" id="{45D0900F-C74C-21A9-6C7E-2793A57A1480}"/>
              </a:ext>
            </a:extLst>
          </p:cNvPr>
          <p:cNvSpPr>
            <a:spLocks noGrp="1"/>
          </p:cNvSpPr>
          <p:nvPr>
            <p:ph idx="1"/>
          </p:nvPr>
        </p:nvSpPr>
        <p:spPr>
          <a:xfrm>
            <a:off x="609600" y="1073889"/>
            <a:ext cx="10972800" cy="3765735"/>
          </a:xfrm>
        </p:spPr>
        <p:txBody>
          <a:bodyPr/>
          <a:lstStyle/>
          <a:p>
            <a:r>
              <a:rPr lang="en-IN" sz="2400" dirty="0"/>
              <a:t> </a:t>
            </a:r>
            <a:r>
              <a:rPr lang="en-IN" sz="2000" dirty="0" err="1"/>
              <a:t>df</a:t>
            </a:r>
            <a:r>
              <a:rPr lang="en-IN" sz="2000" dirty="0"/>
              <a:t> = (2–1) * (2–1) = 1</a:t>
            </a:r>
          </a:p>
          <a:p>
            <a:endParaRPr lang="en-IN" sz="2000" dirty="0"/>
          </a:p>
          <a:p>
            <a:endParaRPr lang="en-IN" sz="2000" dirty="0"/>
          </a:p>
          <a:p>
            <a:endParaRPr lang="en-IN" sz="2000" dirty="0"/>
          </a:p>
          <a:p>
            <a:endParaRPr lang="en-IN" sz="2000" dirty="0"/>
          </a:p>
          <a:p>
            <a:r>
              <a:rPr lang="en-IN" sz="2000" dirty="0"/>
              <a:t>Chi-Square computation</a:t>
            </a:r>
          </a:p>
          <a:p>
            <a:endParaRPr lang="en-IN" sz="2000" dirty="0"/>
          </a:p>
        </p:txBody>
      </p:sp>
      <p:pic>
        <p:nvPicPr>
          <p:cNvPr id="7" name="Picture 6">
            <a:extLst>
              <a:ext uri="{FF2B5EF4-FFF2-40B4-BE49-F238E27FC236}">
                <a16:creationId xmlns:a16="http://schemas.microsoft.com/office/drawing/2014/main" id="{C086F927-966F-B5AE-6E0C-4B11B376983B}"/>
              </a:ext>
            </a:extLst>
          </p:cNvPr>
          <p:cNvPicPr>
            <a:picLocks noChangeAspect="1"/>
          </p:cNvPicPr>
          <p:nvPr/>
        </p:nvPicPr>
        <p:blipFill>
          <a:blip r:embed="rId2"/>
          <a:stretch>
            <a:fillRect/>
          </a:stretch>
        </p:blipFill>
        <p:spPr>
          <a:xfrm>
            <a:off x="1180213" y="1671972"/>
            <a:ext cx="3116405" cy="1647344"/>
          </a:xfrm>
          <a:prstGeom prst="rect">
            <a:avLst/>
          </a:prstGeom>
        </p:spPr>
      </p:pic>
      <p:pic>
        <p:nvPicPr>
          <p:cNvPr id="11" name="Picture 10">
            <a:extLst>
              <a:ext uri="{FF2B5EF4-FFF2-40B4-BE49-F238E27FC236}">
                <a16:creationId xmlns:a16="http://schemas.microsoft.com/office/drawing/2014/main" id="{851B367C-5844-96E5-29C8-A2C0FE6BC3F3}"/>
              </a:ext>
            </a:extLst>
          </p:cNvPr>
          <p:cNvPicPr>
            <a:picLocks noChangeAspect="1"/>
          </p:cNvPicPr>
          <p:nvPr/>
        </p:nvPicPr>
        <p:blipFill>
          <a:blip r:embed="rId3"/>
          <a:stretch>
            <a:fillRect/>
          </a:stretch>
        </p:blipFill>
        <p:spPr>
          <a:xfrm>
            <a:off x="7426897" y="812361"/>
            <a:ext cx="4286721" cy="2023172"/>
          </a:xfrm>
          <a:prstGeom prst="rect">
            <a:avLst/>
          </a:prstGeom>
        </p:spPr>
      </p:pic>
      <p:pic>
        <p:nvPicPr>
          <p:cNvPr id="13" name="Picture 12">
            <a:extLst>
              <a:ext uri="{FF2B5EF4-FFF2-40B4-BE49-F238E27FC236}">
                <a16:creationId xmlns:a16="http://schemas.microsoft.com/office/drawing/2014/main" id="{4D3DA781-5701-4237-54F0-EA9604AC93EB}"/>
              </a:ext>
            </a:extLst>
          </p:cNvPr>
          <p:cNvPicPr>
            <a:picLocks noChangeAspect="1"/>
          </p:cNvPicPr>
          <p:nvPr/>
        </p:nvPicPr>
        <p:blipFill>
          <a:blip r:embed="rId4"/>
          <a:stretch>
            <a:fillRect/>
          </a:stretch>
        </p:blipFill>
        <p:spPr>
          <a:xfrm>
            <a:off x="7374895" y="3022214"/>
            <a:ext cx="4273114" cy="1630729"/>
          </a:xfrm>
          <a:prstGeom prst="rect">
            <a:avLst/>
          </a:prstGeom>
        </p:spPr>
      </p:pic>
      <p:pic>
        <p:nvPicPr>
          <p:cNvPr id="15" name="Picture 14">
            <a:extLst>
              <a:ext uri="{FF2B5EF4-FFF2-40B4-BE49-F238E27FC236}">
                <a16:creationId xmlns:a16="http://schemas.microsoft.com/office/drawing/2014/main" id="{30676056-E1CD-9AD1-8A59-ED46D9B79B6B}"/>
              </a:ext>
            </a:extLst>
          </p:cNvPr>
          <p:cNvPicPr>
            <a:picLocks noChangeAspect="1"/>
          </p:cNvPicPr>
          <p:nvPr/>
        </p:nvPicPr>
        <p:blipFill>
          <a:blip r:embed="rId5"/>
          <a:srcRect l="7599" r="3158"/>
          <a:stretch>
            <a:fillRect/>
          </a:stretch>
        </p:blipFill>
        <p:spPr>
          <a:xfrm>
            <a:off x="449471" y="4060624"/>
            <a:ext cx="6794206" cy="1630729"/>
          </a:xfrm>
          <a:prstGeom prst="rect">
            <a:avLst/>
          </a:prstGeom>
        </p:spPr>
      </p:pic>
      <p:sp>
        <p:nvSpPr>
          <p:cNvPr id="17" name="TextBox 16">
            <a:extLst>
              <a:ext uri="{FF2B5EF4-FFF2-40B4-BE49-F238E27FC236}">
                <a16:creationId xmlns:a16="http://schemas.microsoft.com/office/drawing/2014/main" id="{A17B5DF0-3129-3162-4DA8-2F44A02AA871}"/>
              </a:ext>
            </a:extLst>
          </p:cNvPr>
          <p:cNvSpPr txBox="1"/>
          <p:nvPr/>
        </p:nvSpPr>
        <p:spPr>
          <a:xfrm>
            <a:off x="2062718" y="5516604"/>
            <a:ext cx="3083441" cy="1015663"/>
          </a:xfrm>
          <a:prstGeom prst="rect">
            <a:avLst/>
          </a:prstGeom>
          <a:noFill/>
        </p:spPr>
        <p:txBody>
          <a:bodyPr wrap="square">
            <a:spAutoFit/>
          </a:bodyPr>
          <a:lstStyle/>
          <a:p>
            <a:r>
              <a:rPr lang="en-US" sz="2000" b="0" i="0" dirty="0">
                <a:solidFill>
                  <a:srgbClr val="242424"/>
                </a:solidFill>
                <a:effectLst/>
                <a:latin typeface="source-serif-pro"/>
              </a:rPr>
              <a:t>Degrees of freedom =1</a:t>
            </a:r>
          </a:p>
          <a:p>
            <a:r>
              <a:rPr lang="en-US" sz="2000" dirty="0">
                <a:solidFill>
                  <a:srgbClr val="242424"/>
                </a:solidFill>
                <a:latin typeface="source-serif-pro"/>
              </a:rPr>
              <a:t>A</a:t>
            </a:r>
            <a:r>
              <a:rPr lang="en-US" sz="2000" b="0" i="0" dirty="0">
                <a:solidFill>
                  <a:srgbClr val="242424"/>
                </a:solidFill>
                <a:effectLst/>
                <a:latin typeface="source-serif-pro"/>
              </a:rPr>
              <a:t>lpha =0.05 </a:t>
            </a:r>
          </a:p>
          <a:p>
            <a:r>
              <a:rPr lang="en-US" sz="2000" b="0" i="0" dirty="0">
                <a:solidFill>
                  <a:srgbClr val="242424"/>
                </a:solidFill>
                <a:effectLst/>
                <a:latin typeface="source-serif-pro"/>
              </a:rPr>
              <a:t>Chi-Square value is </a:t>
            </a:r>
            <a:r>
              <a:rPr lang="en-US" sz="2000" b="1" i="0" dirty="0">
                <a:solidFill>
                  <a:srgbClr val="242424"/>
                </a:solidFill>
                <a:effectLst/>
                <a:latin typeface="source-serif-pro"/>
              </a:rPr>
              <a:t>3.84</a:t>
            </a:r>
            <a:r>
              <a:rPr lang="en-US" sz="2000" b="0" i="0" dirty="0">
                <a:solidFill>
                  <a:srgbClr val="242424"/>
                </a:solidFill>
                <a:effectLst/>
                <a:latin typeface="source-serif-pro"/>
              </a:rPr>
              <a:t>.</a:t>
            </a:r>
            <a:endParaRPr lang="en-IN" sz="2000" dirty="0"/>
          </a:p>
        </p:txBody>
      </p:sp>
    </p:spTree>
    <p:extLst>
      <p:ext uri="{BB962C8B-B14F-4D97-AF65-F5344CB8AC3E}">
        <p14:creationId xmlns:p14="http://schemas.microsoft.com/office/powerpoint/2010/main" val="59379492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C9A3C-FDC1-9898-3276-DFDFDEBF4094}"/>
              </a:ext>
            </a:extLst>
          </p:cNvPr>
          <p:cNvSpPr>
            <a:spLocks noGrp="1"/>
          </p:cNvSpPr>
          <p:nvPr>
            <p:ph type="title"/>
          </p:nvPr>
        </p:nvSpPr>
        <p:spPr/>
        <p:txBody>
          <a:bodyPr/>
          <a:lstStyle/>
          <a:p>
            <a:r>
              <a:rPr lang="en-GB" sz="2800" dirty="0"/>
              <a:t>Chi square test for goodness of fit</a:t>
            </a:r>
            <a:endParaRPr lang="en-IN" dirty="0"/>
          </a:p>
        </p:txBody>
      </p:sp>
      <p:sp>
        <p:nvSpPr>
          <p:cNvPr id="3" name="Content Placeholder 2">
            <a:extLst>
              <a:ext uri="{FF2B5EF4-FFF2-40B4-BE49-F238E27FC236}">
                <a16:creationId xmlns:a16="http://schemas.microsoft.com/office/drawing/2014/main" id="{DBD6C0D6-D60C-B638-8D5A-803A832A0778}"/>
              </a:ext>
            </a:extLst>
          </p:cNvPr>
          <p:cNvSpPr>
            <a:spLocks noGrp="1"/>
          </p:cNvSpPr>
          <p:nvPr>
            <p:ph idx="1"/>
          </p:nvPr>
        </p:nvSpPr>
        <p:spPr>
          <a:xfrm>
            <a:off x="609600" y="1374775"/>
            <a:ext cx="10972800" cy="1134509"/>
          </a:xfrm>
        </p:spPr>
        <p:txBody>
          <a:bodyPr/>
          <a:lstStyle/>
          <a:p>
            <a:r>
              <a:rPr lang="en-US" sz="2400" dirty="0"/>
              <a:t>How well does assumed theoretical distribution fit to the observed data</a:t>
            </a:r>
          </a:p>
          <a:p>
            <a:endParaRPr lang="en-IN" sz="2400" dirty="0"/>
          </a:p>
        </p:txBody>
      </p:sp>
      <mc:AlternateContent xmlns:mc="http://schemas.openxmlformats.org/markup-compatibility/2006">
        <mc:Choice xmlns:a14="http://schemas.microsoft.com/office/drawing/2010/main" Requires="a14">
          <p:sp>
            <p:nvSpPr>
              <p:cNvPr id="4" name="Object 2">
                <a:extLst>
                  <a:ext uri="{FF2B5EF4-FFF2-40B4-BE49-F238E27FC236}">
                    <a16:creationId xmlns:a16="http://schemas.microsoft.com/office/drawing/2014/main" id="{DF76A1F8-48C5-9EAC-D3A5-D64008703260}"/>
                  </a:ext>
                </a:extLst>
              </p:cNvPr>
              <p:cNvSpPr txBox="1"/>
              <p:nvPr/>
            </p:nvSpPr>
            <p:spPr bwMode="auto">
              <a:xfrm>
                <a:off x="2399635" y="2287772"/>
                <a:ext cx="4213816" cy="2928938"/>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p>
                        <m:sSupPr>
                          <m:ctrlPr>
                            <a:rPr lang="en-IN" b="1" i="1" smtClean="0">
                              <a:solidFill>
                                <a:srgbClr val="000000"/>
                              </a:solidFill>
                              <a:latin typeface="Cambria Math" panose="02040503050406030204" pitchFamily="18" charset="0"/>
                            </a:rPr>
                          </m:ctrlPr>
                        </m:sSupPr>
                        <m:e>
                          <m:sSub>
                            <m:sSubPr>
                              <m:ctrlPr>
                                <a:rPr lang="en-IN" b="1" i="1">
                                  <a:solidFill>
                                    <a:srgbClr val="000000"/>
                                  </a:solidFill>
                                  <a:latin typeface="Cambria Math" panose="02040503050406030204" pitchFamily="18" charset="0"/>
                                </a:rPr>
                              </m:ctrlPr>
                            </m:sSubPr>
                            <m:e>
                              <m:r>
                                <a:rPr lang="en-IN" b="1" i="1">
                                  <a:solidFill>
                                    <a:srgbClr val="000000"/>
                                  </a:solidFill>
                                  <a:latin typeface="Cambria Math" panose="02040503050406030204" pitchFamily="18" charset="0"/>
                                </a:rPr>
                                <m:t>𝝌</m:t>
                              </m:r>
                            </m:e>
                            <m:sub/>
                          </m:sSub>
                        </m:e>
                        <m:sup>
                          <m:r>
                            <a:rPr lang="en-IN" b="1" i="1">
                              <a:solidFill>
                                <a:srgbClr val="000000"/>
                              </a:solidFill>
                              <a:latin typeface="Cambria Math" panose="02040503050406030204" pitchFamily="18" charset="0"/>
                            </a:rPr>
                            <m:t>𝟐</m:t>
                          </m:r>
                        </m:sup>
                      </m:sSup>
                      <m:r>
                        <a:rPr lang="en-IN" b="1" i="1">
                          <a:solidFill>
                            <a:srgbClr val="000000"/>
                          </a:solidFill>
                          <a:latin typeface="Cambria Math" panose="02040503050406030204" pitchFamily="18" charset="0"/>
                        </a:rPr>
                        <m:t>=</m:t>
                      </m:r>
                      <m:nary>
                        <m:naryPr>
                          <m:chr m:val="∑"/>
                          <m:ctrlPr>
                            <a:rPr lang="en-IN" b="1" i="1">
                              <a:solidFill>
                                <a:srgbClr val="000000"/>
                              </a:solidFill>
                              <a:latin typeface="Cambria Math" panose="02040503050406030204" pitchFamily="18" charset="0"/>
                            </a:rPr>
                          </m:ctrlPr>
                        </m:naryPr>
                        <m:sub>
                          <m:r>
                            <a:rPr lang="en-IN" b="1" i="1">
                              <a:solidFill>
                                <a:srgbClr val="000000"/>
                              </a:solidFill>
                              <a:latin typeface="Cambria Math" panose="02040503050406030204" pitchFamily="18" charset="0"/>
                            </a:rPr>
                            <m:t>𝒌</m:t>
                          </m:r>
                          <m:r>
                            <a:rPr lang="en-IN" b="1" i="1">
                              <a:solidFill>
                                <a:srgbClr val="000000"/>
                              </a:solidFill>
                              <a:latin typeface="Cambria Math" panose="02040503050406030204" pitchFamily="18" charset="0"/>
                            </a:rPr>
                            <m:t>=</m:t>
                          </m:r>
                          <m:r>
                            <a:rPr lang="en-IN" b="1" i="1">
                              <a:solidFill>
                                <a:srgbClr val="000000"/>
                              </a:solidFill>
                              <a:latin typeface="Cambria Math" panose="02040503050406030204" pitchFamily="18" charset="0"/>
                            </a:rPr>
                            <m:t>𝟏</m:t>
                          </m:r>
                        </m:sub>
                        <m:sup>
                          <m:r>
                            <a:rPr lang="en-IN" b="1" i="1">
                              <a:solidFill>
                                <a:srgbClr val="000000"/>
                              </a:solidFill>
                              <a:latin typeface="Cambria Math" panose="02040503050406030204" pitchFamily="18" charset="0"/>
                            </a:rPr>
                            <m:t>𝒏</m:t>
                          </m:r>
                        </m:sup>
                        <m:e>
                          <m:f>
                            <m:fPr>
                              <m:ctrlPr>
                                <a:rPr lang="en-IN" b="1" i="1">
                                  <a:solidFill>
                                    <a:srgbClr val="000000"/>
                                  </a:solidFill>
                                  <a:latin typeface="Cambria Math" panose="02040503050406030204" pitchFamily="18" charset="0"/>
                                </a:rPr>
                              </m:ctrlPr>
                            </m:fPr>
                            <m:num>
                              <m:r>
                                <a:rPr lang="en-IN" b="1" i="1">
                                  <a:solidFill>
                                    <a:srgbClr val="000000"/>
                                  </a:solidFill>
                                  <a:latin typeface="Cambria Math" panose="02040503050406030204" pitchFamily="18" charset="0"/>
                                </a:rPr>
                                <m:t>(</m:t>
                              </m:r>
                              <m:sSub>
                                <m:sSubPr>
                                  <m:ctrlPr>
                                    <a:rPr lang="en-IN" b="1" i="1">
                                      <a:solidFill>
                                        <a:srgbClr val="000000"/>
                                      </a:solidFill>
                                      <a:latin typeface="Cambria Math" panose="02040503050406030204" pitchFamily="18" charset="0"/>
                                    </a:rPr>
                                  </m:ctrlPr>
                                </m:sSubPr>
                                <m:e>
                                  <m:r>
                                    <a:rPr lang="en-IN" b="1" i="1">
                                      <a:solidFill>
                                        <a:srgbClr val="000000"/>
                                      </a:solidFill>
                                      <a:latin typeface="Cambria Math" panose="02040503050406030204" pitchFamily="18" charset="0"/>
                                    </a:rPr>
                                    <m:t>𝑶</m:t>
                                  </m:r>
                                </m:e>
                                <m:sub>
                                  <m:r>
                                    <a:rPr lang="en-IN" b="1" i="1">
                                      <a:solidFill>
                                        <a:srgbClr val="000000"/>
                                      </a:solidFill>
                                      <a:latin typeface="Cambria Math" panose="02040503050406030204" pitchFamily="18" charset="0"/>
                                    </a:rPr>
                                    <m:t>𝒊</m:t>
                                  </m:r>
                                </m:sub>
                              </m:sSub>
                              <m:r>
                                <a:rPr lang="en-IN" b="1" i="1">
                                  <a:solidFill>
                                    <a:srgbClr val="000000"/>
                                  </a:solidFill>
                                  <a:latin typeface="Cambria Math" panose="02040503050406030204" pitchFamily="18" charset="0"/>
                                </a:rPr>
                                <m:t>−</m:t>
                              </m:r>
                              <m:sSub>
                                <m:sSubPr>
                                  <m:ctrlPr>
                                    <a:rPr lang="en-IN" b="1" i="1">
                                      <a:solidFill>
                                        <a:srgbClr val="000000"/>
                                      </a:solidFill>
                                      <a:latin typeface="Cambria Math" panose="02040503050406030204" pitchFamily="18" charset="0"/>
                                    </a:rPr>
                                  </m:ctrlPr>
                                </m:sSubPr>
                                <m:e>
                                  <m:r>
                                    <a:rPr lang="en-IN" b="1" i="1">
                                      <a:solidFill>
                                        <a:srgbClr val="000000"/>
                                      </a:solidFill>
                                      <a:latin typeface="Cambria Math" panose="02040503050406030204" pitchFamily="18" charset="0"/>
                                    </a:rPr>
                                    <m:t>𝒆</m:t>
                                  </m:r>
                                </m:e>
                                <m:sub>
                                  <m:r>
                                    <a:rPr lang="en-IN" b="1" i="1">
                                      <a:solidFill>
                                        <a:srgbClr val="000000"/>
                                      </a:solidFill>
                                      <a:latin typeface="Cambria Math" panose="02040503050406030204" pitchFamily="18" charset="0"/>
                                    </a:rPr>
                                    <m:t>𝒊</m:t>
                                  </m:r>
                                </m:sub>
                              </m:sSub>
                              <m:sSup>
                                <m:sSupPr>
                                  <m:ctrlPr>
                                    <a:rPr lang="en-IN" b="1" i="1">
                                      <a:solidFill>
                                        <a:srgbClr val="000000"/>
                                      </a:solidFill>
                                      <a:latin typeface="Cambria Math" panose="02040503050406030204" pitchFamily="18" charset="0"/>
                                    </a:rPr>
                                  </m:ctrlPr>
                                </m:sSupPr>
                                <m:e>
                                  <m:r>
                                    <a:rPr lang="en-IN" b="1" i="1">
                                      <a:solidFill>
                                        <a:srgbClr val="000000"/>
                                      </a:solidFill>
                                      <a:latin typeface="Cambria Math" panose="02040503050406030204" pitchFamily="18" charset="0"/>
                                    </a:rPr>
                                    <m:t>)</m:t>
                                  </m:r>
                                </m:e>
                                <m:sup>
                                  <m:r>
                                    <a:rPr lang="en-IN" b="1" i="1">
                                      <a:solidFill>
                                        <a:srgbClr val="000000"/>
                                      </a:solidFill>
                                      <a:latin typeface="Cambria Math" panose="02040503050406030204" pitchFamily="18" charset="0"/>
                                    </a:rPr>
                                    <m:t>𝟐</m:t>
                                  </m:r>
                                </m:sup>
                              </m:sSup>
                            </m:num>
                            <m:den>
                              <m:r>
                                <a:rPr lang="en-IN" b="1" i="1">
                                  <a:solidFill>
                                    <a:srgbClr val="000000"/>
                                  </a:solidFill>
                                  <a:latin typeface="Cambria Math" panose="02040503050406030204" pitchFamily="18" charset="0"/>
                                </a:rPr>
                                <m:t>𝒆𝒊</m:t>
                              </m:r>
                            </m:den>
                          </m:f>
                        </m:e>
                      </m:nary>
                    </m:oMath>
                  </m:oMathPara>
                </a14:m>
                <a:endParaRPr lang="en-IN" b="1" i="1" dirty="0">
                  <a:solidFill>
                    <a:srgbClr val="000000"/>
                  </a:solidFill>
                  <a:latin typeface="Cambria Math" panose="02040503050406030204" pitchFamily="18" charset="0"/>
                </a:endParaRPr>
              </a:p>
              <a:p>
                <a:br>
                  <a:rPr lang="en-IN" b="1" i="1" dirty="0">
                    <a:solidFill>
                      <a:srgbClr val="000000"/>
                    </a:solidFill>
                    <a:latin typeface="Cambria Math" panose="02040503050406030204" pitchFamily="18" charset="0"/>
                  </a:rPr>
                </a:br>
                <a14:m>
                  <m:oMath xmlns:m="http://schemas.openxmlformats.org/officeDocument/2006/math">
                    <m:r>
                      <a:rPr lang="en-IN" b="1" i="1">
                        <a:solidFill>
                          <a:srgbClr val="000000"/>
                        </a:solidFill>
                        <a:latin typeface="Cambria Math" panose="02040503050406030204" pitchFamily="18" charset="0"/>
                      </a:rPr>
                      <m:t>@ </m:t>
                    </m:r>
                    <m:d>
                      <m:dPr>
                        <m:ctrlPr>
                          <a:rPr lang="en-IN" b="1" i="1">
                            <a:solidFill>
                              <a:srgbClr val="000000"/>
                            </a:solidFill>
                            <a:latin typeface="Cambria Math" panose="02040503050406030204" pitchFamily="18" charset="0"/>
                          </a:rPr>
                        </m:ctrlPr>
                      </m:dPr>
                      <m:e>
                        <m:r>
                          <a:rPr lang="en-IN" b="1" i="1">
                            <a:solidFill>
                              <a:srgbClr val="000000"/>
                            </a:solidFill>
                            <a:latin typeface="Cambria Math" panose="02040503050406030204" pitchFamily="18" charset="0"/>
                          </a:rPr>
                          <m:t>𝒌</m:t>
                        </m:r>
                        <m:r>
                          <a:rPr lang="en-IN" b="1" i="1">
                            <a:solidFill>
                              <a:srgbClr val="000000"/>
                            </a:solidFill>
                            <a:latin typeface="Cambria Math" panose="02040503050406030204" pitchFamily="18" charset="0"/>
                          </a:rPr>
                          <m:t>−</m:t>
                        </m:r>
                        <m:r>
                          <a:rPr lang="en-IN" b="1" i="1">
                            <a:solidFill>
                              <a:srgbClr val="000000"/>
                            </a:solidFill>
                            <a:latin typeface="Cambria Math" panose="02040503050406030204" pitchFamily="18" charset="0"/>
                          </a:rPr>
                          <m:t>𝟏</m:t>
                        </m:r>
                      </m:e>
                    </m:d>
                    <m:r>
                      <a:rPr lang="en-IN" b="1" i="1" smtClean="0">
                        <a:solidFill>
                          <a:srgbClr val="000000"/>
                        </a:solidFill>
                        <a:latin typeface="Cambria Math" panose="02040503050406030204" pitchFamily="18" charset="0"/>
                      </a:rPr>
                      <m:t> </m:t>
                    </m:r>
                    <m:r>
                      <a:rPr lang="en-IN" b="1" i="1" smtClean="0">
                        <a:solidFill>
                          <a:srgbClr val="000000"/>
                        </a:solidFill>
                        <a:latin typeface="Cambria Math" panose="02040503050406030204" pitchFamily="18" charset="0"/>
                      </a:rPr>
                      <m:t>𝒂𝒔</m:t>
                    </m:r>
                    <m:r>
                      <a:rPr lang="en-IN" b="1" i="1" smtClean="0">
                        <a:solidFill>
                          <a:srgbClr val="000000"/>
                        </a:solidFill>
                        <a:latin typeface="Cambria Math" panose="02040503050406030204" pitchFamily="18" charset="0"/>
                      </a:rPr>
                      <m:t> </m:t>
                    </m:r>
                    <m:r>
                      <a:rPr lang="en-IN" b="1" i="1">
                        <a:solidFill>
                          <a:srgbClr val="000000"/>
                        </a:solidFill>
                        <a:latin typeface="Cambria Math" panose="02040503050406030204" pitchFamily="18" charset="0"/>
                      </a:rPr>
                      <m:t>𝒅</m:t>
                    </m:r>
                    <m:r>
                      <a:rPr lang="en-IN" b="1" i="1" smtClean="0">
                        <a:solidFill>
                          <a:srgbClr val="000000"/>
                        </a:solidFill>
                        <a:latin typeface="Cambria Math" panose="02040503050406030204" pitchFamily="18" charset="0"/>
                      </a:rPr>
                      <m:t>𝒐</m:t>
                    </m:r>
                    <m:r>
                      <a:rPr lang="en-IN" b="1" i="1">
                        <a:solidFill>
                          <a:srgbClr val="000000"/>
                        </a:solidFill>
                        <a:latin typeface="Cambria Math" panose="02040503050406030204" pitchFamily="18" charset="0"/>
                      </a:rPr>
                      <m:t>𝒇</m:t>
                    </m:r>
                  </m:oMath>
                </a14:m>
                <a:r>
                  <a:rPr lang="en-IN" b="1" i="1" dirty="0">
                    <a:solidFill>
                      <a:srgbClr val="000000"/>
                    </a:solidFill>
                    <a:latin typeface="Cambria Math" panose="02040503050406030204" pitchFamily="18" charset="0"/>
                  </a:rPr>
                  <a:t> where k is #classes</a:t>
                </a:r>
              </a:p>
              <a:p>
                <a:pPr/>
                <a:br>
                  <a:rPr lang="en-IN" b="1"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sSup>
                        <m:sSupPr>
                          <m:ctrlPr>
                            <a:rPr lang="en-IN" b="1" i="1">
                              <a:solidFill>
                                <a:srgbClr val="000000"/>
                              </a:solidFill>
                              <a:latin typeface="Cambria Math" panose="02040503050406030204" pitchFamily="18" charset="0"/>
                            </a:rPr>
                          </m:ctrlPr>
                        </m:sSupPr>
                        <m:e>
                          <m:sSub>
                            <m:sSubPr>
                              <m:ctrlPr>
                                <a:rPr lang="en-IN" b="1" i="1">
                                  <a:solidFill>
                                    <a:srgbClr val="000000"/>
                                  </a:solidFill>
                                  <a:latin typeface="Cambria Math" panose="02040503050406030204" pitchFamily="18" charset="0"/>
                                </a:rPr>
                              </m:ctrlPr>
                            </m:sSubPr>
                            <m:e>
                              <m:r>
                                <a:rPr lang="en-IN" b="1" i="1">
                                  <a:solidFill>
                                    <a:srgbClr val="000000"/>
                                  </a:solidFill>
                                  <a:latin typeface="Cambria Math" panose="02040503050406030204" pitchFamily="18" charset="0"/>
                                </a:rPr>
                                <m:t>𝝌</m:t>
                              </m:r>
                            </m:e>
                            <m:sub/>
                          </m:sSub>
                        </m:e>
                        <m:sup>
                          <m:r>
                            <a:rPr lang="en-IN" b="1" i="1">
                              <a:solidFill>
                                <a:srgbClr val="000000"/>
                              </a:solidFill>
                              <a:latin typeface="Cambria Math" panose="02040503050406030204" pitchFamily="18" charset="0"/>
                            </a:rPr>
                            <m:t>𝟐</m:t>
                          </m:r>
                        </m:sup>
                      </m:sSup>
                      <m:r>
                        <a:rPr lang="en-IN" b="1" i="1">
                          <a:solidFill>
                            <a:srgbClr val="000000"/>
                          </a:solidFill>
                          <a:latin typeface="Cambria Math" panose="02040503050406030204" pitchFamily="18" charset="0"/>
                        </a:rPr>
                        <m:t>=</m:t>
                      </m:r>
                      <m:nary>
                        <m:naryPr>
                          <m:chr m:val="∑"/>
                          <m:ctrlPr>
                            <a:rPr lang="en-IN" b="1" i="1">
                              <a:solidFill>
                                <a:srgbClr val="000000"/>
                              </a:solidFill>
                              <a:latin typeface="Cambria Math" panose="02040503050406030204" pitchFamily="18" charset="0"/>
                            </a:rPr>
                          </m:ctrlPr>
                        </m:naryPr>
                        <m:sub>
                          <m:r>
                            <a:rPr lang="en-IN" b="1" i="1">
                              <a:solidFill>
                                <a:srgbClr val="000000"/>
                              </a:solidFill>
                              <a:latin typeface="Cambria Math" panose="02040503050406030204" pitchFamily="18" charset="0"/>
                            </a:rPr>
                            <m:t>𝒊</m:t>
                          </m:r>
                          <m:r>
                            <a:rPr lang="en-IN" b="1" i="1">
                              <a:solidFill>
                                <a:srgbClr val="000000"/>
                              </a:solidFill>
                              <a:latin typeface="Cambria Math" panose="02040503050406030204" pitchFamily="18" charset="0"/>
                            </a:rPr>
                            <m:t>=</m:t>
                          </m:r>
                          <m:r>
                            <a:rPr lang="en-IN" b="1" i="1">
                              <a:solidFill>
                                <a:srgbClr val="000000"/>
                              </a:solidFill>
                              <a:latin typeface="Cambria Math" panose="02040503050406030204" pitchFamily="18" charset="0"/>
                            </a:rPr>
                            <m:t>𝟏</m:t>
                          </m:r>
                        </m:sub>
                        <m:sup>
                          <m:r>
                            <a:rPr lang="en-IN" b="1" i="1">
                              <a:solidFill>
                                <a:srgbClr val="000000"/>
                              </a:solidFill>
                              <a:latin typeface="Cambria Math" panose="02040503050406030204" pitchFamily="18" charset="0"/>
                            </a:rPr>
                            <m:t>𝒓</m:t>
                          </m:r>
                        </m:sup>
                        <m:e>
                          <m:nary>
                            <m:naryPr>
                              <m:chr m:val="∑"/>
                              <m:ctrlPr>
                                <a:rPr lang="en-IN" b="1" i="1">
                                  <a:solidFill>
                                    <a:srgbClr val="000000"/>
                                  </a:solidFill>
                                  <a:latin typeface="Cambria Math" panose="02040503050406030204" pitchFamily="18" charset="0"/>
                                </a:rPr>
                              </m:ctrlPr>
                            </m:naryPr>
                            <m:sub>
                              <m:r>
                                <a:rPr lang="en-IN" b="1" i="1">
                                  <a:solidFill>
                                    <a:srgbClr val="000000"/>
                                  </a:solidFill>
                                  <a:latin typeface="Cambria Math" panose="02040503050406030204" pitchFamily="18" charset="0"/>
                                </a:rPr>
                                <m:t>𝒋</m:t>
                              </m:r>
                              <m:r>
                                <a:rPr lang="en-IN" b="1" i="1">
                                  <a:solidFill>
                                    <a:srgbClr val="000000"/>
                                  </a:solidFill>
                                  <a:latin typeface="Cambria Math" panose="02040503050406030204" pitchFamily="18" charset="0"/>
                                </a:rPr>
                                <m:t>=</m:t>
                              </m:r>
                              <m:r>
                                <a:rPr lang="en-IN" b="1" i="1">
                                  <a:solidFill>
                                    <a:srgbClr val="000000"/>
                                  </a:solidFill>
                                  <a:latin typeface="Cambria Math" panose="02040503050406030204" pitchFamily="18" charset="0"/>
                                </a:rPr>
                                <m:t>𝟏</m:t>
                              </m:r>
                            </m:sub>
                            <m:sup>
                              <m:r>
                                <a:rPr lang="en-IN" b="1" i="1">
                                  <a:solidFill>
                                    <a:srgbClr val="000000"/>
                                  </a:solidFill>
                                  <a:latin typeface="Cambria Math" panose="02040503050406030204" pitchFamily="18" charset="0"/>
                                </a:rPr>
                                <m:t>𝒄</m:t>
                              </m:r>
                            </m:sup>
                            <m:e>
                              <m:f>
                                <m:fPr>
                                  <m:ctrlPr>
                                    <a:rPr lang="en-IN" b="1" i="1">
                                      <a:solidFill>
                                        <a:srgbClr val="000000"/>
                                      </a:solidFill>
                                      <a:latin typeface="Cambria Math" panose="02040503050406030204" pitchFamily="18" charset="0"/>
                                    </a:rPr>
                                  </m:ctrlPr>
                                </m:fPr>
                                <m:num>
                                  <m:r>
                                    <a:rPr lang="en-IN" b="1" i="1">
                                      <a:solidFill>
                                        <a:srgbClr val="000000"/>
                                      </a:solidFill>
                                      <a:latin typeface="Cambria Math" panose="02040503050406030204" pitchFamily="18" charset="0"/>
                                    </a:rPr>
                                    <m:t>(</m:t>
                                  </m:r>
                                  <m:sSub>
                                    <m:sSubPr>
                                      <m:ctrlPr>
                                        <a:rPr lang="en-IN" b="1" i="1">
                                          <a:solidFill>
                                            <a:srgbClr val="000000"/>
                                          </a:solidFill>
                                          <a:latin typeface="Cambria Math" panose="02040503050406030204" pitchFamily="18" charset="0"/>
                                        </a:rPr>
                                      </m:ctrlPr>
                                    </m:sSubPr>
                                    <m:e>
                                      <m:r>
                                        <a:rPr lang="en-IN" b="1" i="1">
                                          <a:solidFill>
                                            <a:srgbClr val="000000"/>
                                          </a:solidFill>
                                          <a:latin typeface="Cambria Math" panose="02040503050406030204" pitchFamily="18" charset="0"/>
                                        </a:rPr>
                                        <m:t>𝑶</m:t>
                                      </m:r>
                                    </m:e>
                                    <m:sub>
                                      <m:r>
                                        <a:rPr lang="en-IN" b="1" i="1">
                                          <a:solidFill>
                                            <a:srgbClr val="000000"/>
                                          </a:solidFill>
                                          <a:latin typeface="Cambria Math" panose="02040503050406030204" pitchFamily="18" charset="0"/>
                                        </a:rPr>
                                        <m:t>𝒊𝒋</m:t>
                                      </m:r>
                                    </m:sub>
                                  </m:sSub>
                                  <m:r>
                                    <a:rPr lang="en-IN" b="1" i="1">
                                      <a:solidFill>
                                        <a:srgbClr val="000000"/>
                                      </a:solidFill>
                                      <a:latin typeface="Cambria Math" panose="02040503050406030204" pitchFamily="18" charset="0"/>
                                    </a:rPr>
                                    <m:t>−</m:t>
                                  </m:r>
                                  <m:sSub>
                                    <m:sSubPr>
                                      <m:ctrlPr>
                                        <a:rPr lang="en-IN" b="1" i="1">
                                          <a:solidFill>
                                            <a:srgbClr val="000000"/>
                                          </a:solidFill>
                                          <a:latin typeface="Cambria Math" panose="02040503050406030204" pitchFamily="18" charset="0"/>
                                        </a:rPr>
                                      </m:ctrlPr>
                                    </m:sSubPr>
                                    <m:e>
                                      <m:r>
                                        <a:rPr lang="en-IN" b="1" i="1">
                                          <a:solidFill>
                                            <a:srgbClr val="000000"/>
                                          </a:solidFill>
                                          <a:latin typeface="Cambria Math" panose="02040503050406030204" pitchFamily="18" charset="0"/>
                                        </a:rPr>
                                        <m:t>𝒆</m:t>
                                      </m:r>
                                    </m:e>
                                    <m:sub>
                                      <m:r>
                                        <a:rPr lang="en-IN" b="1" i="1">
                                          <a:solidFill>
                                            <a:srgbClr val="000000"/>
                                          </a:solidFill>
                                          <a:latin typeface="Cambria Math" panose="02040503050406030204" pitchFamily="18" charset="0"/>
                                        </a:rPr>
                                        <m:t>𝒊𝒋</m:t>
                                      </m:r>
                                    </m:sub>
                                  </m:sSub>
                                  <m:sSup>
                                    <m:sSupPr>
                                      <m:ctrlPr>
                                        <a:rPr lang="en-IN" b="1" i="1">
                                          <a:solidFill>
                                            <a:srgbClr val="000000"/>
                                          </a:solidFill>
                                          <a:latin typeface="Cambria Math" panose="02040503050406030204" pitchFamily="18" charset="0"/>
                                        </a:rPr>
                                      </m:ctrlPr>
                                    </m:sSupPr>
                                    <m:e>
                                      <m:r>
                                        <a:rPr lang="en-IN" b="1" i="1">
                                          <a:solidFill>
                                            <a:srgbClr val="000000"/>
                                          </a:solidFill>
                                          <a:latin typeface="Cambria Math" panose="02040503050406030204" pitchFamily="18" charset="0"/>
                                        </a:rPr>
                                        <m:t>)</m:t>
                                      </m:r>
                                    </m:e>
                                    <m:sup>
                                      <m:r>
                                        <a:rPr lang="en-IN" b="1" i="1">
                                          <a:solidFill>
                                            <a:srgbClr val="000000"/>
                                          </a:solidFill>
                                          <a:latin typeface="Cambria Math" panose="02040503050406030204" pitchFamily="18" charset="0"/>
                                        </a:rPr>
                                        <m:t>𝟐</m:t>
                                      </m:r>
                                    </m:sup>
                                  </m:sSup>
                                </m:num>
                                <m:den>
                                  <m:sSub>
                                    <m:sSubPr>
                                      <m:ctrlPr>
                                        <a:rPr lang="en-IN" b="1" i="1">
                                          <a:solidFill>
                                            <a:srgbClr val="000000"/>
                                          </a:solidFill>
                                          <a:latin typeface="Cambria Math" panose="02040503050406030204" pitchFamily="18" charset="0"/>
                                        </a:rPr>
                                      </m:ctrlPr>
                                    </m:sSubPr>
                                    <m:e>
                                      <m:r>
                                        <a:rPr lang="en-IN" b="1" i="1">
                                          <a:solidFill>
                                            <a:srgbClr val="000000"/>
                                          </a:solidFill>
                                          <a:latin typeface="Cambria Math" panose="02040503050406030204" pitchFamily="18" charset="0"/>
                                        </a:rPr>
                                        <m:t>𝒆</m:t>
                                      </m:r>
                                    </m:e>
                                    <m:sub>
                                      <m:r>
                                        <a:rPr lang="en-IN" b="1" i="1">
                                          <a:solidFill>
                                            <a:srgbClr val="000000"/>
                                          </a:solidFill>
                                          <a:latin typeface="Cambria Math" panose="02040503050406030204" pitchFamily="18" charset="0"/>
                                        </a:rPr>
                                        <m:t>𝒊𝒋</m:t>
                                      </m:r>
                                    </m:sub>
                                  </m:sSub>
                                </m:den>
                              </m:f>
                            </m:e>
                          </m:nary>
                        </m:e>
                      </m:nary>
                    </m:oMath>
                    <m:oMath xmlns:m="http://schemas.openxmlformats.org/officeDocument/2006/math">
                      <m:r>
                        <a:rPr lang="en-IN" b="1" i="1">
                          <a:solidFill>
                            <a:srgbClr val="000000"/>
                          </a:solidFill>
                          <a:latin typeface="Cambria Math" panose="02040503050406030204" pitchFamily="18" charset="0"/>
                        </a:rPr>
                        <m:t>@ </m:t>
                      </m:r>
                      <m:d>
                        <m:dPr>
                          <m:ctrlPr>
                            <a:rPr lang="en-IN" b="1" i="1">
                              <a:solidFill>
                                <a:srgbClr val="000000"/>
                              </a:solidFill>
                              <a:latin typeface="Cambria Math" panose="02040503050406030204" pitchFamily="18" charset="0"/>
                            </a:rPr>
                          </m:ctrlPr>
                        </m:dPr>
                        <m:e>
                          <m:r>
                            <a:rPr lang="en-IN" b="1" i="1">
                              <a:solidFill>
                                <a:srgbClr val="000000"/>
                              </a:solidFill>
                              <a:latin typeface="Cambria Math" panose="02040503050406030204" pitchFamily="18" charset="0"/>
                            </a:rPr>
                            <m:t>𝒓</m:t>
                          </m:r>
                          <m:r>
                            <a:rPr lang="en-IN" b="1" i="1">
                              <a:solidFill>
                                <a:srgbClr val="000000"/>
                              </a:solidFill>
                              <a:latin typeface="Cambria Math" panose="02040503050406030204" pitchFamily="18" charset="0"/>
                            </a:rPr>
                            <m:t>−</m:t>
                          </m:r>
                          <m:r>
                            <a:rPr lang="en-IN" b="1" i="1">
                              <a:solidFill>
                                <a:srgbClr val="000000"/>
                              </a:solidFill>
                              <a:latin typeface="Cambria Math" panose="02040503050406030204" pitchFamily="18" charset="0"/>
                            </a:rPr>
                            <m:t>𝟏</m:t>
                          </m:r>
                        </m:e>
                      </m:d>
                      <m:r>
                        <a:rPr lang="en-IN" b="1" i="1">
                          <a:solidFill>
                            <a:srgbClr val="000000"/>
                          </a:solidFill>
                          <a:latin typeface="Cambria Math" panose="02040503050406030204" pitchFamily="18" charset="0"/>
                        </a:rPr>
                        <m:t>∗</m:t>
                      </m:r>
                      <m:d>
                        <m:dPr>
                          <m:ctrlPr>
                            <a:rPr lang="en-IN" b="1" i="1">
                              <a:solidFill>
                                <a:srgbClr val="000000"/>
                              </a:solidFill>
                              <a:latin typeface="Cambria Math" panose="02040503050406030204" pitchFamily="18" charset="0"/>
                            </a:rPr>
                          </m:ctrlPr>
                        </m:dPr>
                        <m:e>
                          <m:r>
                            <a:rPr lang="en-IN" b="1" i="1">
                              <a:solidFill>
                                <a:srgbClr val="000000"/>
                              </a:solidFill>
                              <a:latin typeface="Cambria Math" panose="02040503050406030204" pitchFamily="18" charset="0"/>
                            </a:rPr>
                            <m:t>𝒄</m:t>
                          </m:r>
                          <m:r>
                            <a:rPr lang="en-IN" b="1" i="1">
                              <a:solidFill>
                                <a:srgbClr val="000000"/>
                              </a:solidFill>
                              <a:latin typeface="Cambria Math" panose="02040503050406030204" pitchFamily="18" charset="0"/>
                            </a:rPr>
                            <m:t>−</m:t>
                          </m:r>
                          <m:r>
                            <a:rPr lang="en-IN" b="1" i="1">
                              <a:solidFill>
                                <a:srgbClr val="000000"/>
                              </a:solidFill>
                              <a:latin typeface="Cambria Math" panose="02040503050406030204" pitchFamily="18" charset="0"/>
                            </a:rPr>
                            <m:t>𝟏</m:t>
                          </m:r>
                        </m:e>
                      </m:d>
                      <m:r>
                        <a:rPr lang="en-IN" b="1" i="1" smtClean="0">
                          <a:solidFill>
                            <a:srgbClr val="000000"/>
                          </a:solidFill>
                          <a:latin typeface="Cambria Math" panose="02040503050406030204" pitchFamily="18" charset="0"/>
                        </a:rPr>
                        <m:t> </m:t>
                      </m:r>
                      <m:r>
                        <a:rPr lang="en-IN" b="1" i="1" smtClean="0">
                          <a:solidFill>
                            <a:srgbClr val="000000"/>
                          </a:solidFill>
                          <a:latin typeface="Cambria Math" panose="02040503050406030204" pitchFamily="18" charset="0"/>
                        </a:rPr>
                        <m:t>𝒂𝒔</m:t>
                      </m:r>
                      <m:r>
                        <a:rPr lang="en-IN" b="1" i="1" smtClean="0">
                          <a:solidFill>
                            <a:srgbClr val="000000"/>
                          </a:solidFill>
                          <a:latin typeface="Cambria Math" panose="02040503050406030204" pitchFamily="18" charset="0"/>
                        </a:rPr>
                        <m:t> </m:t>
                      </m:r>
                      <m:r>
                        <a:rPr lang="en-IN" b="1" i="1">
                          <a:solidFill>
                            <a:srgbClr val="000000"/>
                          </a:solidFill>
                          <a:latin typeface="Cambria Math" panose="02040503050406030204" pitchFamily="18" charset="0"/>
                        </a:rPr>
                        <m:t>𝒅</m:t>
                      </m:r>
                      <m:r>
                        <a:rPr lang="en-IN" b="1" i="1" smtClean="0">
                          <a:solidFill>
                            <a:srgbClr val="000000"/>
                          </a:solidFill>
                          <a:latin typeface="Cambria Math" panose="02040503050406030204" pitchFamily="18" charset="0"/>
                        </a:rPr>
                        <m:t>𝒐</m:t>
                      </m:r>
                      <m:r>
                        <a:rPr lang="en-IN" b="1" i="1">
                          <a:solidFill>
                            <a:srgbClr val="000000"/>
                          </a:solidFill>
                          <a:latin typeface="Cambria Math" panose="02040503050406030204" pitchFamily="18" charset="0"/>
                        </a:rPr>
                        <m:t>𝒇</m:t>
                      </m:r>
                    </m:oMath>
                  </m:oMathPara>
                </a14:m>
                <a:endParaRPr lang="en-IN" b="1" dirty="0"/>
              </a:p>
            </p:txBody>
          </p:sp>
        </mc:Choice>
        <mc:Fallback>
          <p:sp>
            <p:nvSpPr>
              <p:cNvPr id="4" name="Object 2">
                <a:extLst>
                  <a:ext uri="{FF2B5EF4-FFF2-40B4-BE49-F238E27FC236}">
                    <a16:creationId xmlns:a16="http://schemas.microsoft.com/office/drawing/2014/main" id="{DF76A1F8-48C5-9EAC-D3A5-D64008703260}"/>
                  </a:ext>
                </a:extLst>
              </p:cNvPr>
              <p:cNvSpPr txBox="1">
                <a:spLocks noRot="1" noChangeAspect="1" noMove="1" noResize="1" noEditPoints="1" noAdjustHandles="1" noChangeArrowheads="1" noChangeShapeType="1" noTextEdit="1"/>
              </p:cNvSpPr>
              <p:nvPr/>
            </p:nvSpPr>
            <p:spPr bwMode="auto">
              <a:xfrm>
                <a:off x="2399635" y="2287772"/>
                <a:ext cx="4213816" cy="2928938"/>
              </a:xfrm>
              <a:prstGeom prst="rect">
                <a:avLst/>
              </a:prstGeom>
              <a:blipFill>
                <a:blip r:embed="rId2"/>
                <a:stretch>
                  <a:fillRect/>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80D83204-369D-7020-F018-A26E584805A1}"/>
              </a:ext>
            </a:extLst>
          </p:cNvPr>
          <p:cNvSpPr txBox="1"/>
          <p:nvPr/>
        </p:nvSpPr>
        <p:spPr>
          <a:xfrm>
            <a:off x="508000" y="5252392"/>
            <a:ext cx="7867096" cy="461665"/>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mn-lt"/>
                <a:ea typeface="+mn-ea"/>
              </a:rPr>
              <a:t>Mapping theoretical claim to sample claim</a:t>
            </a:r>
          </a:p>
        </p:txBody>
      </p:sp>
    </p:spTree>
    <p:extLst>
      <p:ext uri="{BB962C8B-B14F-4D97-AF65-F5344CB8AC3E}">
        <p14:creationId xmlns:p14="http://schemas.microsoft.com/office/powerpoint/2010/main" val="362471916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B5DB6-67B8-B344-4662-94F28FE9FA80}"/>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779CE73E-80B6-031A-2BA2-3F321B628096}"/>
              </a:ext>
            </a:extLst>
          </p:cNvPr>
          <p:cNvSpPr>
            <a:spLocks noGrp="1"/>
          </p:cNvSpPr>
          <p:nvPr>
            <p:ph idx="1"/>
          </p:nvPr>
        </p:nvSpPr>
        <p:spPr/>
        <p:txBody>
          <a:bodyPr/>
          <a:lstStyle/>
          <a:p>
            <a:pPr marL="0" indent="0">
              <a:buNone/>
            </a:pPr>
            <a:r>
              <a:rPr lang="en-US" sz="2000" dirty="0"/>
              <a:t>Genetic theory states that children having one parent of blood type A and the other of blood type B will always be of one of three types A, AB, B and that the proportion of three types will on an average be as </a:t>
            </a:r>
            <a:r>
              <a:rPr lang="en-US" sz="2000" dirty="0">
                <a:highlight>
                  <a:srgbClr val="FFFF00"/>
                </a:highlight>
              </a:rPr>
              <a:t>1:2:1</a:t>
            </a:r>
            <a:r>
              <a:rPr lang="en-US" sz="2000" dirty="0"/>
              <a:t>.  </a:t>
            </a:r>
          </a:p>
          <a:p>
            <a:pPr marL="0" indent="0">
              <a:buNone/>
            </a:pPr>
            <a:r>
              <a:rPr lang="en-US" sz="2000" dirty="0"/>
              <a:t>A report states that out of 300 children having </a:t>
            </a:r>
            <a:r>
              <a:rPr lang="en-US" sz="2000" dirty="0">
                <a:solidFill>
                  <a:srgbClr val="0000FF"/>
                </a:solidFill>
              </a:rPr>
              <a:t>one A parent and B parent 30 percent were found to be type A, 45 percent type AB and remaining type B</a:t>
            </a:r>
            <a:r>
              <a:rPr lang="en-US" sz="2000" dirty="0"/>
              <a:t>.  Test the hypothesis by Chi square test.</a:t>
            </a:r>
            <a:endParaRPr lang="en-IN" sz="2000" dirty="0"/>
          </a:p>
        </p:txBody>
      </p:sp>
    </p:spTree>
    <p:extLst>
      <p:ext uri="{BB962C8B-B14F-4D97-AF65-F5344CB8AC3E}">
        <p14:creationId xmlns:p14="http://schemas.microsoft.com/office/powerpoint/2010/main" val="137663690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B5DB6-67B8-B344-4662-94F28FE9FA80}"/>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779CE73E-80B6-031A-2BA2-3F321B628096}"/>
              </a:ext>
            </a:extLst>
          </p:cNvPr>
          <p:cNvSpPr>
            <a:spLocks noGrp="1"/>
          </p:cNvSpPr>
          <p:nvPr>
            <p:ph idx="1"/>
          </p:nvPr>
        </p:nvSpPr>
        <p:spPr/>
        <p:txBody>
          <a:bodyPr/>
          <a:lstStyle/>
          <a:p>
            <a:pPr marL="0" indent="0">
              <a:buNone/>
            </a:pPr>
            <a:r>
              <a:rPr lang="en-US" sz="2000" dirty="0">
                <a:highlight>
                  <a:srgbClr val="FFFF00"/>
                </a:highlight>
              </a:rPr>
              <a:t>About population:</a:t>
            </a:r>
          </a:p>
          <a:p>
            <a:pPr marL="0" indent="0">
              <a:buNone/>
            </a:pPr>
            <a:r>
              <a:rPr lang="en-US" sz="2000" dirty="0"/>
              <a:t>Genetic theory states that children having one parent of blood type A and the other of blood type B will always be of one of three types A, AB, B and that the proportion of three types will on an average be as 1:2:1.  </a:t>
            </a:r>
          </a:p>
          <a:p>
            <a:pPr marL="0" indent="0">
              <a:buNone/>
            </a:pPr>
            <a:r>
              <a:rPr lang="en-US" sz="2000" dirty="0">
                <a:highlight>
                  <a:srgbClr val="FFFF00"/>
                </a:highlight>
              </a:rPr>
              <a:t>About sample:</a:t>
            </a:r>
          </a:p>
          <a:p>
            <a:pPr marL="0" indent="0">
              <a:buNone/>
            </a:pPr>
            <a:r>
              <a:rPr lang="en-US" sz="2000" dirty="0"/>
              <a:t>A report states that out of 300 children having one A parent and B parent 30 percent were found to be type A, 45 percent type AB and remaining type B.  Test the hypothesis by Chi square test.</a:t>
            </a:r>
            <a:endParaRPr lang="en-IN" sz="2000" dirty="0"/>
          </a:p>
        </p:txBody>
      </p:sp>
    </p:spTree>
    <p:extLst>
      <p:ext uri="{BB962C8B-B14F-4D97-AF65-F5344CB8AC3E}">
        <p14:creationId xmlns:p14="http://schemas.microsoft.com/office/powerpoint/2010/main" val="4005770433"/>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937" name="Group 241"/>
          <p:cNvGraphicFramePr>
            <a:graphicFrameLocks noGrp="1"/>
          </p:cNvGraphicFramePr>
          <p:nvPr>
            <p:ph idx="1"/>
            <p:extLst>
              <p:ext uri="{D42A27DB-BD31-4B8C-83A1-F6EECF244321}">
                <p14:modId xmlns:p14="http://schemas.microsoft.com/office/powerpoint/2010/main" val="700769669"/>
              </p:ext>
            </p:extLst>
          </p:nvPr>
        </p:nvGraphicFramePr>
        <p:xfrm>
          <a:off x="1915928" y="1421095"/>
          <a:ext cx="8156944" cy="2396247"/>
        </p:xfrm>
        <a:graphic>
          <a:graphicData uri="http://schemas.openxmlformats.org/drawingml/2006/table">
            <a:tbl>
              <a:tblPr/>
              <a:tblGrid>
                <a:gridCol w="1829447">
                  <a:extLst>
                    <a:ext uri="{9D8B030D-6E8A-4147-A177-3AD203B41FA5}">
                      <a16:colId xmlns:a16="http://schemas.microsoft.com/office/drawing/2014/main" val="20000"/>
                    </a:ext>
                  </a:extLst>
                </a:gridCol>
                <a:gridCol w="1109393">
                  <a:extLst>
                    <a:ext uri="{9D8B030D-6E8A-4147-A177-3AD203B41FA5}">
                      <a16:colId xmlns:a16="http://schemas.microsoft.com/office/drawing/2014/main" val="20001"/>
                    </a:ext>
                  </a:extLst>
                </a:gridCol>
                <a:gridCol w="1110896">
                  <a:extLst>
                    <a:ext uri="{9D8B030D-6E8A-4147-A177-3AD203B41FA5}">
                      <a16:colId xmlns:a16="http://schemas.microsoft.com/office/drawing/2014/main" val="20002"/>
                    </a:ext>
                  </a:extLst>
                </a:gridCol>
                <a:gridCol w="1145471">
                  <a:extLst>
                    <a:ext uri="{9D8B030D-6E8A-4147-A177-3AD203B41FA5}">
                      <a16:colId xmlns:a16="http://schemas.microsoft.com/office/drawing/2014/main" val="20003"/>
                    </a:ext>
                  </a:extLst>
                </a:gridCol>
                <a:gridCol w="1312331">
                  <a:extLst>
                    <a:ext uri="{9D8B030D-6E8A-4147-A177-3AD203B41FA5}">
                      <a16:colId xmlns:a16="http://schemas.microsoft.com/office/drawing/2014/main" val="20004"/>
                    </a:ext>
                  </a:extLst>
                </a:gridCol>
                <a:gridCol w="1649406">
                  <a:extLst>
                    <a:ext uri="{9D8B030D-6E8A-4147-A177-3AD203B41FA5}">
                      <a16:colId xmlns:a16="http://schemas.microsoft.com/office/drawing/2014/main" val="20005"/>
                    </a:ext>
                  </a:extLst>
                </a:gridCol>
              </a:tblGrid>
              <a:tr h="689467">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cs typeface="Arial" charset="0"/>
                        </a:rPr>
                        <a:t>Type</a:t>
                      </a:r>
                      <a:endParaRPr kumimoji="0" lang="en-US" sz="1800" b="0" i="0" u="none" strike="noStrike" cap="none" normalizeH="0" baseline="0" dirty="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cs typeface="Arial" charset="0"/>
                        </a:rPr>
                        <a:t>O</a:t>
                      </a:r>
                      <a:r>
                        <a:rPr kumimoji="0" lang="en-US" sz="1800" b="1" i="0" u="none" strike="noStrike" cap="none" normalizeH="0" baseline="-30000" dirty="0">
                          <a:ln>
                            <a:noFill/>
                          </a:ln>
                          <a:solidFill>
                            <a:schemeClr val="tx1"/>
                          </a:solidFill>
                          <a:effectLst/>
                          <a:latin typeface="Arial" charset="0"/>
                          <a:cs typeface="Arial" charset="0"/>
                        </a:rPr>
                        <a:t>i</a:t>
                      </a:r>
                      <a:endParaRPr kumimoji="0" lang="en-US" sz="1800" b="0" i="0" u="none" strike="noStrike" cap="none" normalizeH="0" baseline="0" dirty="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Arial" charset="0"/>
                          <a:cs typeface="Arial" charset="0"/>
                        </a:rPr>
                        <a:t>E</a:t>
                      </a:r>
                      <a:r>
                        <a:rPr kumimoji="0" lang="en-US" sz="1800" b="1" i="0" u="none" strike="noStrike" cap="none" normalizeH="0" baseline="-30000">
                          <a:ln>
                            <a:noFill/>
                          </a:ln>
                          <a:solidFill>
                            <a:schemeClr val="tx1"/>
                          </a:solidFill>
                          <a:effectLst/>
                          <a:latin typeface="Arial" charset="0"/>
                          <a:cs typeface="Arial" charset="0"/>
                        </a:rPr>
                        <a:t>i</a:t>
                      </a:r>
                      <a:endParaRPr kumimoji="0" lang="en-US" sz="18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Arial" charset="0"/>
                          <a:cs typeface="Arial" charset="0"/>
                        </a:rPr>
                        <a:t>(O</a:t>
                      </a:r>
                      <a:r>
                        <a:rPr kumimoji="0" lang="en-US" sz="1800" b="1" i="0" u="none" strike="noStrike" cap="none" normalizeH="0" baseline="-30000">
                          <a:ln>
                            <a:noFill/>
                          </a:ln>
                          <a:solidFill>
                            <a:schemeClr val="tx1"/>
                          </a:solidFill>
                          <a:effectLst/>
                          <a:latin typeface="Arial" charset="0"/>
                          <a:cs typeface="Arial" charset="0"/>
                        </a:rPr>
                        <a:t>i</a:t>
                      </a:r>
                      <a:r>
                        <a:rPr kumimoji="0" lang="en-US" sz="1800" b="1" i="0" u="none" strike="noStrike" cap="none" normalizeH="0" baseline="0">
                          <a:ln>
                            <a:noFill/>
                          </a:ln>
                          <a:solidFill>
                            <a:schemeClr val="tx1"/>
                          </a:solidFill>
                          <a:effectLst/>
                          <a:latin typeface="Arial" charset="0"/>
                          <a:cs typeface="Arial" charset="0"/>
                        </a:rPr>
                        <a:t>-E</a:t>
                      </a:r>
                      <a:r>
                        <a:rPr kumimoji="0" lang="en-US" sz="1800" b="1" i="0" u="none" strike="noStrike" cap="none" normalizeH="0" baseline="-30000">
                          <a:ln>
                            <a:noFill/>
                          </a:ln>
                          <a:solidFill>
                            <a:schemeClr val="tx1"/>
                          </a:solidFill>
                          <a:effectLst/>
                          <a:latin typeface="Arial" charset="0"/>
                          <a:cs typeface="Arial" charset="0"/>
                        </a:rPr>
                        <a:t>i</a:t>
                      </a:r>
                      <a:r>
                        <a:rPr kumimoji="0" lang="en-US" sz="1800" b="1" i="0" u="none" strike="noStrike" cap="none" normalizeH="0" baseline="0">
                          <a:ln>
                            <a:noFill/>
                          </a:ln>
                          <a:solidFill>
                            <a:schemeClr val="tx1"/>
                          </a:solidFill>
                          <a:effectLst/>
                          <a:latin typeface="Arial" charset="0"/>
                          <a:cs typeface="Arial" charset="0"/>
                        </a:rPr>
                        <a:t>)</a:t>
                      </a:r>
                      <a:endParaRPr kumimoji="0" lang="en-US" sz="18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cs typeface="Arial" charset="0"/>
                        </a:rPr>
                        <a:t>(O</a:t>
                      </a:r>
                      <a:r>
                        <a:rPr kumimoji="0" lang="en-US" sz="1800" b="1" i="0" u="none" strike="noStrike" cap="none" normalizeH="0" baseline="-30000" dirty="0">
                          <a:ln>
                            <a:noFill/>
                          </a:ln>
                          <a:solidFill>
                            <a:schemeClr val="tx1"/>
                          </a:solidFill>
                          <a:effectLst/>
                          <a:latin typeface="Arial" charset="0"/>
                          <a:cs typeface="Arial" charset="0"/>
                        </a:rPr>
                        <a:t>i</a:t>
                      </a:r>
                      <a:r>
                        <a:rPr kumimoji="0" lang="en-US" sz="1800" b="1" i="0" u="none" strike="noStrike" cap="none" normalizeH="0" baseline="0" dirty="0">
                          <a:ln>
                            <a:noFill/>
                          </a:ln>
                          <a:solidFill>
                            <a:schemeClr val="tx1"/>
                          </a:solidFill>
                          <a:effectLst/>
                          <a:latin typeface="Arial" charset="0"/>
                          <a:cs typeface="Arial" charset="0"/>
                        </a:rPr>
                        <a:t>-E</a:t>
                      </a:r>
                      <a:r>
                        <a:rPr kumimoji="0" lang="en-US" sz="1800" b="1" i="0" u="none" strike="noStrike" cap="none" normalizeH="0" baseline="-30000" dirty="0">
                          <a:ln>
                            <a:noFill/>
                          </a:ln>
                          <a:solidFill>
                            <a:schemeClr val="tx1"/>
                          </a:solidFill>
                          <a:effectLst/>
                          <a:latin typeface="Arial" charset="0"/>
                          <a:cs typeface="Arial" charset="0"/>
                        </a:rPr>
                        <a:t>i</a:t>
                      </a:r>
                      <a:r>
                        <a:rPr kumimoji="0" lang="en-US" sz="1800" b="1" i="0" u="none" strike="noStrike" cap="none" normalizeH="0" baseline="0" dirty="0">
                          <a:ln>
                            <a:noFill/>
                          </a:ln>
                          <a:solidFill>
                            <a:schemeClr val="tx1"/>
                          </a:solidFill>
                          <a:effectLst/>
                          <a:latin typeface="Arial" charset="0"/>
                          <a:cs typeface="Arial" charset="0"/>
                        </a:rPr>
                        <a:t>)</a:t>
                      </a:r>
                      <a:r>
                        <a:rPr kumimoji="0" lang="en-US" sz="1800" b="1" i="0" u="none" strike="noStrike" cap="none" normalizeH="0" baseline="30000" dirty="0">
                          <a:ln>
                            <a:noFill/>
                          </a:ln>
                          <a:solidFill>
                            <a:schemeClr val="tx1"/>
                          </a:solidFill>
                          <a:effectLst/>
                          <a:latin typeface="Arial" charset="0"/>
                          <a:cs typeface="Arial" charset="0"/>
                        </a:rPr>
                        <a:t>2</a:t>
                      </a:r>
                      <a:endParaRPr kumimoji="0" lang="en-US" sz="1800" b="0" i="0" u="none" strike="noStrike" cap="none" normalizeH="0" baseline="0" dirty="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Arial" charset="0"/>
                          <a:cs typeface="Arial" charset="0"/>
                        </a:rPr>
                        <a:t>(O</a:t>
                      </a:r>
                      <a:r>
                        <a:rPr kumimoji="0" lang="en-US" sz="1800" b="1" i="0" u="none" strike="noStrike" cap="none" normalizeH="0" baseline="-30000">
                          <a:ln>
                            <a:noFill/>
                          </a:ln>
                          <a:solidFill>
                            <a:schemeClr val="tx1"/>
                          </a:solidFill>
                          <a:effectLst/>
                          <a:latin typeface="Arial" charset="0"/>
                          <a:cs typeface="Arial" charset="0"/>
                        </a:rPr>
                        <a:t>i</a:t>
                      </a:r>
                      <a:r>
                        <a:rPr kumimoji="0" lang="en-US" sz="1800" b="1" i="0" u="none" strike="noStrike" cap="none" normalizeH="0" baseline="0">
                          <a:ln>
                            <a:noFill/>
                          </a:ln>
                          <a:solidFill>
                            <a:schemeClr val="tx1"/>
                          </a:solidFill>
                          <a:effectLst/>
                          <a:latin typeface="Arial" charset="0"/>
                          <a:cs typeface="Arial" charset="0"/>
                        </a:rPr>
                        <a:t>-E</a:t>
                      </a:r>
                      <a:r>
                        <a:rPr kumimoji="0" lang="en-US" sz="1800" b="1" i="0" u="none" strike="noStrike" cap="none" normalizeH="0" baseline="-30000">
                          <a:ln>
                            <a:noFill/>
                          </a:ln>
                          <a:solidFill>
                            <a:schemeClr val="tx1"/>
                          </a:solidFill>
                          <a:effectLst/>
                          <a:latin typeface="Arial" charset="0"/>
                          <a:cs typeface="Arial" charset="0"/>
                        </a:rPr>
                        <a:t>i</a:t>
                      </a:r>
                      <a:r>
                        <a:rPr kumimoji="0" lang="en-US" sz="1800" b="1" i="0" u="none" strike="noStrike" cap="none" normalizeH="0" baseline="0">
                          <a:ln>
                            <a:noFill/>
                          </a:ln>
                          <a:solidFill>
                            <a:schemeClr val="tx1"/>
                          </a:solidFill>
                          <a:effectLst/>
                          <a:latin typeface="Arial" charset="0"/>
                          <a:cs typeface="Arial" charset="0"/>
                        </a:rPr>
                        <a:t>)</a:t>
                      </a:r>
                      <a:r>
                        <a:rPr kumimoji="0" lang="en-US" sz="1800" b="1" i="0" u="none" strike="noStrike" cap="none" normalizeH="0" baseline="30000">
                          <a:ln>
                            <a:noFill/>
                          </a:ln>
                          <a:solidFill>
                            <a:schemeClr val="tx1"/>
                          </a:solidFill>
                          <a:effectLst/>
                          <a:latin typeface="Arial" charset="0"/>
                          <a:cs typeface="Arial" charset="0"/>
                        </a:rPr>
                        <a:t>2</a:t>
                      </a:r>
                      <a:r>
                        <a:rPr kumimoji="0" lang="en-US" sz="1800" b="1" i="0" u="none" strike="noStrike" cap="none" normalizeH="0" baseline="0">
                          <a:ln>
                            <a:noFill/>
                          </a:ln>
                          <a:solidFill>
                            <a:schemeClr val="tx1"/>
                          </a:solidFill>
                          <a:effectLst/>
                          <a:latin typeface="Arial" charset="0"/>
                          <a:cs typeface="Arial" charset="0"/>
                        </a:rPr>
                        <a:t>/E</a:t>
                      </a:r>
                      <a:r>
                        <a:rPr kumimoji="0" lang="en-US" sz="1800" b="1" i="0" u="none" strike="noStrike" cap="none" normalizeH="0" baseline="-30000">
                          <a:ln>
                            <a:noFill/>
                          </a:ln>
                          <a:solidFill>
                            <a:schemeClr val="tx1"/>
                          </a:solidFill>
                          <a:effectLst/>
                          <a:latin typeface="Arial" charset="0"/>
                          <a:cs typeface="Arial" charset="0"/>
                        </a:rPr>
                        <a:t>i</a:t>
                      </a:r>
                      <a:endParaRPr kumimoji="0" lang="en-US" sz="18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695">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cs typeface="Arial" charset="0"/>
                        </a:rPr>
                        <a:t>A</a:t>
                      </a:r>
                      <a:endParaRPr kumimoji="0" lang="en-US" sz="1800" b="0" i="0" u="none" strike="noStrike" cap="none" normalizeH="0" baseline="0" dirty="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Arial" charset="0"/>
                          <a:cs typeface="Arial" charset="0"/>
                        </a:rPr>
                        <a:t>90</a:t>
                      </a:r>
                      <a:endParaRPr kumimoji="0" lang="en-US" sz="18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75</a:t>
                      </a:r>
                      <a:endParaRPr kumimoji="0" lang="en-US" sz="1800" b="0" i="0" u="none" strike="noStrike" cap="none" normalizeH="0" baseline="0" dirty="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15</a:t>
                      </a:r>
                      <a:endParaRPr kumimoji="0" lang="en-US" sz="18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225</a:t>
                      </a:r>
                      <a:endParaRPr kumimoji="0" lang="en-US" sz="18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3</a:t>
                      </a:r>
                      <a:endParaRPr kumimoji="0" lang="en-US" sz="1800" b="0" i="0" u="none" strike="noStrike" cap="none" normalizeH="0" baseline="0" dirty="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695">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cs typeface="Arial" charset="0"/>
                        </a:rPr>
                        <a:t>AB</a:t>
                      </a:r>
                      <a:endParaRPr kumimoji="0" lang="en-US" sz="1800" b="0" i="0" u="none" strike="noStrike" cap="none" normalizeH="0" baseline="0" dirty="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Arial" charset="0"/>
                          <a:cs typeface="Arial" charset="0"/>
                        </a:rPr>
                        <a:t>135</a:t>
                      </a:r>
                      <a:endParaRPr kumimoji="0" lang="en-US" sz="18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150</a:t>
                      </a:r>
                      <a:endParaRPr kumimoji="0" lang="en-US" sz="18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-15</a:t>
                      </a:r>
                      <a:endParaRPr kumimoji="0" lang="en-US" sz="18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225</a:t>
                      </a:r>
                      <a:endParaRPr kumimoji="0" lang="en-US" sz="18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1.5</a:t>
                      </a:r>
                      <a:endParaRPr kumimoji="0" lang="en-US" sz="18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695">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cs typeface="Arial" charset="0"/>
                        </a:rPr>
                        <a:t>B</a:t>
                      </a:r>
                      <a:endParaRPr kumimoji="0" lang="en-US" sz="1800" b="0" i="0" u="none" strike="noStrike" cap="none" normalizeH="0" baseline="0" dirty="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cs typeface="Arial" charset="0"/>
                        </a:rPr>
                        <a:t>75</a:t>
                      </a:r>
                      <a:endParaRPr kumimoji="0" lang="en-US" sz="1800" b="0" i="0" u="none" strike="noStrike" cap="none" normalizeH="0" baseline="0" dirty="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75</a:t>
                      </a:r>
                      <a:endParaRPr kumimoji="0" lang="en-US" sz="1800" b="0" i="0" u="none" strike="noStrike" cap="none" normalizeH="0" baseline="0" dirty="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0</a:t>
                      </a:r>
                      <a:endParaRPr kumimoji="0" lang="en-US" sz="1800" b="0" i="0" u="none" strike="noStrike" cap="none" normalizeH="0" baseline="0" dirty="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0</a:t>
                      </a:r>
                      <a:endParaRPr kumimoji="0" lang="en-US" sz="1800" b="0" i="0" u="none" strike="noStrike" cap="none" normalizeH="0" baseline="0" dirty="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0</a:t>
                      </a:r>
                      <a:endParaRPr kumimoji="0" lang="en-US" sz="1800" b="0" i="0" u="none" strike="noStrike" cap="none" normalizeH="0" baseline="0" dirty="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695">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Arial" charset="0"/>
                          <a:cs typeface="Arial" charset="0"/>
                        </a:rPr>
                        <a:t> </a:t>
                      </a:r>
                      <a:endParaRPr kumimoji="0" lang="en-US" sz="18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Arial" charset="0"/>
                          <a:cs typeface="Arial" charset="0"/>
                        </a:rPr>
                        <a:t> </a:t>
                      </a:r>
                      <a:endParaRPr kumimoji="0" lang="en-US" sz="18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 </a:t>
                      </a:r>
                      <a:endParaRPr kumimoji="0" lang="en-US" sz="18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 </a:t>
                      </a:r>
                      <a:endParaRPr kumimoji="0" lang="en-US" sz="18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Total</a:t>
                      </a:r>
                      <a:endParaRPr kumimoji="0" lang="en-US" sz="18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cs typeface="Arial" charset="0"/>
                        </a:rPr>
                        <a:t>4.5</a:t>
                      </a:r>
                      <a:endParaRPr kumimoji="0" lang="en-US" sz="1800" b="0" i="0" u="none" strike="noStrike" cap="none" normalizeH="0" baseline="0" dirty="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 name="Title 1">
            <a:extLst>
              <a:ext uri="{FF2B5EF4-FFF2-40B4-BE49-F238E27FC236}">
                <a16:creationId xmlns:a16="http://schemas.microsoft.com/office/drawing/2014/main" id="{0B5D4694-AB82-F327-5D95-EA428755AB4D}"/>
              </a:ext>
            </a:extLst>
          </p:cNvPr>
          <p:cNvSpPr>
            <a:spLocks noGrp="1"/>
          </p:cNvSpPr>
          <p:nvPr>
            <p:ph type="title"/>
          </p:nvPr>
        </p:nvSpPr>
        <p:spPr>
          <a:xfrm>
            <a:off x="508000" y="228600"/>
            <a:ext cx="10972800" cy="685800"/>
          </a:xfrm>
        </p:spPr>
        <p:txBody>
          <a:bodyPr/>
          <a:lstStyle/>
          <a:p>
            <a:r>
              <a:rPr lang="en-IN" dirty="0"/>
              <a:t>Example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Grp="1" noChangeArrowheads="1"/>
          </p:cNvSpPr>
          <p:nvPr>
            <p:ph type="body" idx="1"/>
          </p:nvPr>
        </p:nvSpPr>
        <p:spPr>
          <a:xfrm>
            <a:off x="308345" y="478465"/>
            <a:ext cx="11398102" cy="5647699"/>
          </a:xfrm>
        </p:spPr>
        <p:txBody>
          <a:bodyPr/>
          <a:lstStyle/>
          <a:p>
            <a:pPr eaLnBrk="1" hangingPunct="1">
              <a:lnSpc>
                <a:spcPct val="80000"/>
              </a:lnSpc>
              <a:buFontTx/>
              <a:buNone/>
            </a:pPr>
            <a:r>
              <a:rPr lang="en-US" sz="1800" b="1" dirty="0"/>
              <a:t>Null Hypothesis </a:t>
            </a:r>
            <a:r>
              <a:rPr lang="en-US" sz="1800" dirty="0"/>
              <a:t>: </a:t>
            </a:r>
          </a:p>
          <a:p>
            <a:pPr eaLnBrk="1" hangingPunct="1">
              <a:lnSpc>
                <a:spcPct val="80000"/>
              </a:lnSpc>
              <a:buFontTx/>
              <a:buNone/>
            </a:pPr>
            <a:r>
              <a:rPr lang="en-US" sz="1800" dirty="0"/>
              <a:t>There is no significance difference in the observed proposition to that of genetic theory</a:t>
            </a:r>
          </a:p>
          <a:p>
            <a:pPr eaLnBrk="1" hangingPunct="1">
              <a:lnSpc>
                <a:spcPct val="80000"/>
              </a:lnSpc>
              <a:buFontTx/>
              <a:buNone/>
            </a:pPr>
            <a:r>
              <a:rPr lang="en-US" sz="1800" dirty="0" err="1"/>
              <a:t>i.e</a:t>
            </a:r>
            <a:r>
              <a:rPr lang="en-US" sz="1800" dirty="0"/>
              <a:t> the observed value fit into the genetic theory</a:t>
            </a:r>
          </a:p>
          <a:p>
            <a:pPr eaLnBrk="1" hangingPunct="1">
              <a:lnSpc>
                <a:spcPct val="80000"/>
              </a:lnSpc>
              <a:buFontTx/>
              <a:buNone/>
            </a:pPr>
            <a:endParaRPr lang="en-US" sz="1800" dirty="0"/>
          </a:p>
          <a:p>
            <a:pPr eaLnBrk="1" hangingPunct="1">
              <a:lnSpc>
                <a:spcPct val="80000"/>
              </a:lnSpc>
              <a:buFontTx/>
              <a:buNone/>
            </a:pPr>
            <a:r>
              <a:rPr lang="en-US" sz="1800" b="1" dirty="0"/>
              <a:t>Alternative hypothesis</a:t>
            </a:r>
            <a:r>
              <a:rPr lang="en-US" sz="1800" dirty="0"/>
              <a:t>:</a:t>
            </a:r>
          </a:p>
          <a:p>
            <a:pPr eaLnBrk="1" hangingPunct="1">
              <a:lnSpc>
                <a:spcPct val="80000"/>
              </a:lnSpc>
              <a:buFontTx/>
              <a:buNone/>
            </a:pPr>
            <a:r>
              <a:rPr lang="en-US" sz="1800" dirty="0"/>
              <a:t>There is significance difference in the observed proposition to that of genetic theory</a:t>
            </a:r>
          </a:p>
          <a:p>
            <a:pPr eaLnBrk="1" hangingPunct="1">
              <a:lnSpc>
                <a:spcPct val="80000"/>
              </a:lnSpc>
              <a:buFontTx/>
              <a:buNone/>
            </a:pPr>
            <a:endParaRPr lang="en-US" sz="1800" dirty="0"/>
          </a:p>
          <a:p>
            <a:pPr eaLnBrk="1" hangingPunct="1">
              <a:lnSpc>
                <a:spcPct val="80000"/>
              </a:lnSpc>
              <a:buFontTx/>
              <a:buNone/>
            </a:pPr>
            <a:r>
              <a:rPr lang="en-US" sz="1800" b="1" dirty="0"/>
              <a:t>Degree of freedom</a:t>
            </a:r>
            <a:r>
              <a:rPr lang="en-US" sz="1800" dirty="0"/>
              <a:t>: </a:t>
            </a:r>
          </a:p>
          <a:p>
            <a:pPr eaLnBrk="1" hangingPunct="1">
              <a:lnSpc>
                <a:spcPct val="80000"/>
              </a:lnSpc>
              <a:buFontTx/>
              <a:buNone/>
            </a:pPr>
            <a:r>
              <a:rPr lang="en-US" sz="1800" dirty="0"/>
              <a:t>(k-1)= 3-1 = 2 </a:t>
            </a:r>
          </a:p>
          <a:p>
            <a:pPr eaLnBrk="1" hangingPunct="1">
              <a:lnSpc>
                <a:spcPct val="80000"/>
              </a:lnSpc>
              <a:buFontTx/>
              <a:buNone/>
            </a:pPr>
            <a:endParaRPr lang="en-US" sz="1800" dirty="0"/>
          </a:p>
          <a:p>
            <a:pPr eaLnBrk="1" hangingPunct="1">
              <a:lnSpc>
                <a:spcPct val="80000"/>
              </a:lnSpc>
              <a:buFontTx/>
              <a:buNone/>
            </a:pPr>
            <a:r>
              <a:rPr lang="en-US" sz="1800" b="1" dirty="0"/>
              <a:t>Level of significance</a:t>
            </a:r>
            <a:r>
              <a:rPr lang="en-US" sz="1800" dirty="0"/>
              <a:t> at 5% </a:t>
            </a:r>
          </a:p>
          <a:p>
            <a:pPr eaLnBrk="1" hangingPunct="1">
              <a:lnSpc>
                <a:spcPct val="80000"/>
              </a:lnSpc>
              <a:buFontTx/>
              <a:buNone/>
            </a:pPr>
            <a:endParaRPr lang="en-US" sz="1800" dirty="0"/>
          </a:p>
          <a:p>
            <a:pPr eaLnBrk="1" hangingPunct="1">
              <a:lnSpc>
                <a:spcPct val="80000"/>
              </a:lnSpc>
              <a:buFontTx/>
              <a:buNone/>
            </a:pPr>
            <a:r>
              <a:rPr lang="en-US" sz="1800" dirty="0"/>
              <a:t>The calculated value is </a:t>
            </a:r>
            <a:r>
              <a:rPr lang="en-US" sz="1800" dirty="0">
                <a:highlight>
                  <a:srgbClr val="FFFF00"/>
                </a:highlight>
              </a:rPr>
              <a:t>4.5</a:t>
            </a:r>
          </a:p>
          <a:p>
            <a:pPr eaLnBrk="1" hangingPunct="1">
              <a:lnSpc>
                <a:spcPct val="80000"/>
              </a:lnSpc>
              <a:buFontTx/>
              <a:buNone/>
            </a:pPr>
            <a:endParaRPr lang="en-US" sz="1800" dirty="0"/>
          </a:p>
          <a:p>
            <a:pPr eaLnBrk="1" hangingPunct="1">
              <a:lnSpc>
                <a:spcPct val="80000"/>
              </a:lnSpc>
              <a:buFontTx/>
              <a:buNone/>
            </a:pPr>
            <a:r>
              <a:rPr lang="en-US" sz="1800" dirty="0"/>
              <a:t>The table value is </a:t>
            </a:r>
            <a:r>
              <a:rPr lang="en-US" sz="1800" dirty="0">
                <a:highlight>
                  <a:srgbClr val="FFFF00"/>
                </a:highlight>
              </a:rPr>
              <a:t>5.991</a:t>
            </a:r>
            <a:r>
              <a:rPr lang="en-US" sz="1800" dirty="0"/>
              <a:t> </a:t>
            </a:r>
          </a:p>
          <a:p>
            <a:pPr eaLnBrk="1" hangingPunct="1">
              <a:lnSpc>
                <a:spcPct val="80000"/>
              </a:lnSpc>
              <a:buFontTx/>
              <a:buNone/>
            </a:pPr>
            <a:endParaRPr lang="en-US" sz="1800" dirty="0"/>
          </a:p>
          <a:p>
            <a:pPr eaLnBrk="1" hangingPunct="1">
              <a:lnSpc>
                <a:spcPct val="80000"/>
              </a:lnSpc>
              <a:buFontTx/>
              <a:buNone/>
            </a:pPr>
            <a:r>
              <a:rPr lang="en-US" sz="1800" b="1" dirty="0">
                <a:solidFill>
                  <a:srgbClr val="0000FF"/>
                </a:solidFill>
              </a:rPr>
              <a:t>Inference </a:t>
            </a:r>
            <a:r>
              <a:rPr lang="en-US" sz="1800" dirty="0"/>
              <a:t>: </a:t>
            </a:r>
          </a:p>
          <a:p>
            <a:pPr marL="0" indent="0" eaLnBrk="1" hangingPunct="1">
              <a:lnSpc>
                <a:spcPct val="80000"/>
              </a:lnSpc>
              <a:buFontTx/>
              <a:buNone/>
            </a:pPr>
            <a:r>
              <a:rPr lang="en-US" sz="1800" dirty="0"/>
              <a:t>The table value is greater than the calculated value, so the null hypothesis is accepted.  The observed value fit into the theory.  </a:t>
            </a:r>
            <a:endParaRPr lang="el-GR" sz="18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75957-FFF0-6063-F832-ED0910755BA3}"/>
              </a:ext>
            </a:extLst>
          </p:cNvPr>
          <p:cNvSpPr>
            <a:spLocks noGrp="1"/>
          </p:cNvSpPr>
          <p:nvPr>
            <p:ph type="title"/>
          </p:nvPr>
        </p:nvSpPr>
        <p:spPr/>
        <p:txBody>
          <a:bodyPr/>
          <a:lstStyle/>
          <a:p>
            <a:r>
              <a:rPr lang="en-IN" dirty="0"/>
              <a:t>Books</a:t>
            </a:r>
          </a:p>
        </p:txBody>
      </p:sp>
      <p:sp>
        <p:nvSpPr>
          <p:cNvPr id="3" name="Content Placeholder 2">
            <a:extLst>
              <a:ext uri="{FF2B5EF4-FFF2-40B4-BE49-F238E27FC236}">
                <a16:creationId xmlns:a16="http://schemas.microsoft.com/office/drawing/2014/main" id="{4993B0DD-A467-3F16-6BD6-8B703EE6F948}"/>
              </a:ext>
            </a:extLst>
          </p:cNvPr>
          <p:cNvSpPr>
            <a:spLocks noGrp="1"/>
          </p:cNvSpPr>
          <p:nvPr>
            <p:ph idx="1"/>
          </p:nvPr>
        </p:nvSpPr>
        <p:spPr/>
        <p:txBody>
          <a:bodyPr/>
          <a:lstStyle/>
          <a:p>
            <a:pPr marL="0" indent="0">
              <a:buNone/>
            </a:pPr>
            <a:r>
              <a:rPr lang="en-IN" sz="1600" b="1" dirty="0"/>
              <a:t>TEXTBOOKS: </a:t>
            </a:r>
          </a:p>
          <a:p>
            <a:pPr marL="342900" indent="-342900">
              <a:buFont typeface="+mj-lt"/>
              <a:buAutoNum type="arabicPeriod"/>
            </a:pPr>
            <a:r>
              <a:rPr lang="en-IN" sz="1600" dirty="0"/>
              <a:t>David </a:t>
            </a:r>
            <a:r>
              <a:rPr lang="en-IN" sz="1600" dirty="0" err="1"/>
              <a:t>Cielen</a:t>
            </a:r>
            <a:r>
              <a:rPr lang="en-IN" sz="1600" dirty="0"/>
              <a:t>, Arno D. B. </a:t>
            </a:r>
            <a:r>
              <a:rPr lang="en-IN" sz="1600" dirty="0" err="1"/>
              <a:t>Meysman</a:t>
            </a:r>
            <a:r>
              <a:rPr lang="en-IN" sz="1600" dirty="0"/>
              <a:t>, and Mohamed Ali, “Introducing Data Science”, Manning Publications, 2016. (first two chapters for Unit I).</a:t>
            </a:r>
          </a:p>
          <a:p>
            <a:pPr marL="342900" indent="-342900">
              <a:buFont typeface="+mj-lt"/>
              <a:buAutoNum type="arabicPeriod"/>
            </a:pPr>
            <a:r>
              <a:rPr lang="en-IN" sz="1600" dirty="0"/>
              <a:t>Robert S. Witte and John S. Witte, “Statistics”, Eleventh Edition, Wiley Publications, 2017.</a:t>
            </a:r>
          </a:p>
          <a:p>
            <a:pPr marL="342900" indent="-342900">
              <a:buFont typeface="+mj-lt"/>
              <a:buAutoNum type="arabicPeriod"/>
            </a:pPr>
            <a:r>
              <a:rPr lang="en-IN" sz="1600" dirty="0"/>
              <a:t>Jake </a:t>
            </a:r>
            <a:r>
              <a:rPr lang="en-IN" sz="1600" dirty="0" err="1"/>
              <a:t>VanderPlas</a:t>
            </a:r>
            <a:r>
              <a:rPr lang="en-IN" sz="1600" dirty="0"/>
              <a:t>, “Python Data Science Handbook”, O’Reilly, 2016.</a:t>
            </a:r>
          </a:p>
          <a:p>
            <a:pPr marL="0" indent="0">
              <a:buNone/>
            </a:pPr>
            <a:r>
              <a:rPr lang="en-IN" sz="1600" b="1" dirty="0"/>
              <a:t>REFERENCES: </a:t>
            </a:r>
          </a:p>
          <a:p>
            <a:pPr marL="342900" indent="-342900">
              <a:buFont typeface="+mj-lt"/>
              <a:buAutoNum type="arabicPeriod"/>
            </a:pPr>
            <a:r>
              <a:rPr lang="en-US" sz="1600" dirty="0"/>
              <a:t>Allen B. Downey, “Think Stats: Exploratory Data Analysis in Python”, Green Tea Press, 2014.</a:t>
            </a:r>
            <a:endParaRPr lang="en-IN" sz="1600" dirty="0"/>
          </a:p>
        </p:txBody>
      </p:sp>
    </p:spTree>
    <p:extLst>
      <p:ext uri="{BB962C8B-B14F-4D97-AF65-F5344CB8AC3E}">
        <p14:creationId xmlns:p14="http://schemas.microsoft.com/office/powerpoint/2010/main" val="3651233475"/>
      </p:ext>
    </p:extLst>
  </p:cSld>
  <p:clrMapOvr>
    <a:masterClrMapping/>
  </p:clrMapOvr>
  <p:transition>
    <p:fade/>
  </p:transition>
</p:sld>
</file>

<file path=ppt/theme/theme1.xml><?xml version="1.0" encoding="utf-8"?>
<a:theme xmlns:a="http://schemas.openxmlformats.org/drawingml/2006/main" name="IT6006U3LS02Filtering_Streams">
  <a:themeElements>
    <a:clrScheme name="1_Heartbeat Review 9 May'06 15">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CC"/>
      </a:hlink>
      <a:folHlink>
        <a:srgbClr val="000099"/>
      </a:folHlink>
    </a:clrScheme>
    <a:fontScheme name="1_Heartbeat Review 9 May'06">
      <a:majorFont>
        <a:latin typeface="Verdana"/>
        <a:ea typeface="MS PGothic"/>
        <a:cs typeface=""/>
      </a:majorFont>
      <a:minorFont>
        <a:latin typeface="Verdana"/>
        <a:ea typeface="MS P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en-US" sz="1800" b="0" i="0" u="none" strike="noStrike" cap="none" normalizeH="0" baseline="0" smtClean="0">
            <a:ln>
              <a:noFill/>
            </a:ln>
            <a:solidFill>
              <a:schemeClr val="tx1"/>
            </a:solidFill>
            <a:effectLst/>
            <a:latin typeface="Times New Roman" pitchFamily="18" charset="0"/>
            <a:ea typeface="MS PGothic"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en-US" sz="1800" b="0" i="0" u="none" strike="noStrike" cap="none" normalizeH="0" baseline="0" smtClean="0">
            <a:ln>
              <a:noFill/>
            </a:ln>
            <a:solidFill>
              <a:schemeClr val="tx1"/>
            </a:solidFill>
            <a:effectLst/>
            <a:latin typeface="Times New Roman" pitchFamily="18" charset="0"/>
            <a:ea typeface="MS PGothic" pitchFamily="34" charset="-128"/>
          </a:defRPr>
        </a:defPPr>
      </a:lstStyle>
    </a:lnDef>
  </a:objectDefaults>
  <a:extraClrSchemeLst>
    <a:extraClrScheme>
      <a:clrScheme name="1_Heartbeat Review 9 May'06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Heartbeat Review 9 May'06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Heartbeat Review 9 May'06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Heartbeat Review 9 May'06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Heartbeat Review 9 May'06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Heartbeat Review 9 May'06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Heartbeat Review 9 May'06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Heartbeat Review 9 May'06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Heartbeat Review 9 May'06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Heartbeat Review 9 May'06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Heartbeat Review 9 May'06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Heartbeat Review 9 May'06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Heartbeat Review 9 May'06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CC"/>
        </a:hlink>
        <a:folHlink>
          <a:srgbClr val="99CC00"/>
        </a:folHlink>
      </a:clrScheme>
      <a:clrMap bg1="lt1" tx1="dk1" bg2="lt2" tx2="dk2" accent1="accent1" accent2="accent2" accent3="accent3" accent4="accent4" accent5="accent5" accent6="accent6" hlink="hlink" folHlink="folHlink"/>
    </a:extraClrScheme>
    <a:extraClrScheme>
      <a:clrScheme name="1_Heartbeat Review 9 May'06 14">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CC"/>
        </a:hlink>
        <a:folHlink>
          <a:srgbClr val="0000CC"/>
        </a:folHlink>
      </a:clrScheme>
      <a:clrMap bg1="lt1" tx1="dk1" bg2="lt2" tx2="dk2" accent1="accent1" accent2="accent2" accent3="accent3" accent4="accent4" accent5="accent5" accent6="accent6" hlink="hlink" folHlink="folHlink"/>
    </a:extraClrScheme>
    <a:extraClrScheme>
      <a:clrScheme name="1_Heartbeat Review 9 May'06 15">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CC"/>
        </a:hlink>
        <a:folHlink>
          <a:srgbClr val="0000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11128</TotalTime>
  <Words>1202</Words>
  <Application>Microsoft Office PowerPoint</Application>
  <PresentationFormat>Widescreen</PresentationFormat>
  <Paragraphs>226</Paragraphs>
  <Slides>17</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6" baseType="lpstr">
      <vt:lpstr>Microsoft YaHei</vt:lpstr>
      <vt:lpstr>Arial</vt:lpstr>
      <vt:lpstr>Calibri</vt:lpstr>
      <vt:lpstr>Cambria Math</vt:lpstr>
      <vt:lpstr>source-serif-pro</vt:lpstr>
      <vt:lpstr>Verdana</vt:lpstr>
      <vt:lpstr>Wingdings</vt:lpstr>
      <vt:lpstr>IT6006U3LS02Filtering_Streams</vt:lpstr>
      <vt:lpstr>Equation</vt:lpstr>
      <vt:lpstr>UIT2502 – Data Analytics &amp; Visualization</vt:lpstr>
      <vt:lpstr>Introduction</vt:lpstr>
      <vt:lpstr>Types of chi-square test</vt:lpstr>
      <vt:lpstr>Chi square variance test</vt:lpstr>
      <vt:lpstr>Chi square variance test</vt:lpstr>
      <vt:lpstr>PowerPoint Presentation</vt:lpstr>
      <vt:lpstr>PowerPoint Presentation</vt:lpstr>
      <vt:lpstr>PowerPoint Presentation</vt:lpstr>
      <vt:lpstr>Chi square test for independent factor </vt:lpstr>
      <vt:lpstr>Chi square test for independent factor</vt:lpstr>
      <vt:lpstr>Chi square test for independent factor</vt:lpstr>
      <vt:lpstr>Chi square test for goodness of fit</vt:lpstr>
      <vt:lpstr>Example</vt:lpstr>
      <vt:lpstr>Example</vt:lpstr>
      <vt:lpstr>Example</vt:lpstr>
      <vt:lpstr>PowerPoint Presentation</vt:lpstr>
      <vt:lpstr>Books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PIF1941 – NLP &amp; IR</dc:title>
  <dc:creator>VEERA RAGAVAN</dc:creator>
  <cp:lastModifiedBy>Karthika S</cp:lastModifiedBy>
  <cp:revision>653</cp:revision>
  <dcterms:created xsi:type="dcterms:W3CDTF">2020-08-02T17:30:45Z</dcterms:created>
  <dcterms:modified xsi:type="dcterms:W3CDTF">2025-09-06T17:53:09Z</dcterms:modified>
</cp:coreProperties>
</file>